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embeddedFontLst>
    <p:embeddedFont>
      <p:font typeface="Nunito Light" pitchFamily="2" charset="77"/>
      <p:regular r:id="rId18"/>
      <p:italic r:id="rId19"/>
    </p:embeddedFont>
    <p:embeddedFont>
      <p:font typeface="Open Sans" panose="020B0606030504020204" pitchFamily="34" charset="0"/>
      <p:regular r:id="rId20"/>
      <p:bold r:id="rId21"/>
      <p:italic r:id="rId22"/>
      <p:boldItalic r:id="rId23"/>
    </p:embeddedFont>
    <p:embeddedFont>
      <p:font typeface="PT Sans" panose="020B0503020203020204" pitchFamily="34" charset="77"/>
      <p:regular r:id="rId24"/>
      <p:bold r:id="rId25"/>
      <p:italic r:id="rId26"/>
      <p:boldItalic r:id="rId27"/>
    </p:embeddedFont>
    <p:embeddedFont>
      <p:font typeface="Rubik" pitchFamily="2" charset="-79"/>
      <p:regular r:id="rId28"/>
      <p:bold r:id="rId29"/>
      <p:italic r:id="rId30"/>
      <p:boldItalic r:id="rId31"/>
    </p:embeddedFont>
    <p:embeddedFont>
      <p:font typeface="Rubik SemiBold" pitchFamily="2" charset="-79"/>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54C3A96-C516-43FB-9C19-7089A6767491}">
  <a:tblStyle styleId="{D54C3A96-C516-43FB-9C19-7089A676749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60" d="100"/>
          <a:sy n="160" d="100"/>
        </p:scale>
        <p:origin x="78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9" Type="http://schemas.openxmlformats.org/officeDocument/2006/relationships/tableStyles" Target="tableStyles.xml"/><Relationship Id="rId21" Type="http://schemas.openxmlformats.org/officeDocument/2006/relationships/font" Target="fonts/font4.fntdata"/><Relationship Id="rId34" Type="http://schemas.openxmlformats.org/officeDocument/2006/relationships/font" Target="fonts/font1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font" Target="fonts/font18.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4dfce81f19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1eb52a445c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1eb52a445c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Nik</a:t>
            </a:r>
            <a:endParaRPr/>
          </a:p>
          <a:p>
            <a:pPr marL="0" lvl="0" indent="0" algn="l" rtl="0">
              <a:spcBef>
                <a:spcPts val="0"/>
              </a:spcBef>
              <a:spcAft>
                <a:spcPts val="0"/>
              </a:spcAft>
              <a:buNone/>
            </a:pPr>
            <a:r>
              <a:rPr lang="en"/>
              <a:t>Our group spent the last year working around the clock to provide germany with the highest quality muesli at the most competitively prices. Working with markets in all three main market areas of Germany we were able to </a:t>
            </a:r>
            <a:r>
              <a:rPr lang="en" b="1" i="1" u="sng"/>
              <a:t>increase</a:t>
            </a:r>
            <a:r>
              <a:rPr lang="en"/>
              <a:t> our profitability over the year and pulled out company out of a deficit. Through market tests we were able to determine the more profitable products in the german market which we will be sharing with you throughout this presentation. In the end the end we were able to achieve a AA credit score by paying off our loan in a timely and efficient matter and consitistantly reinvesting in ourselves. Throughout the year we analyized every market trend to increase our profitability and ultimately increase our end company evaluation to a staggering 18.9 million. </a:t>
            </a:r>
            <a:endParaRPr>
              <a:solidFill>
                <a:schemeClr val="dk1"/>
              </a:solidFill>
              <a:latin typeface="Calibri"/>
              <a:ea typeface="Calibri"/>
              <a:cs typeface="Calibri"/>
              <a:sym typeface="Calibri"/>
            </a:endParaRPr>
          </a:p>
          <a:p>
            <a:pPr marL="0" lvl="0" indent="0" algn="l" rtl="0">
              <a:spcBef>
                <a:spcPts val="0"/>
              </a:spcBef>
              <a:spcAft>
                <a:spcPts val="0"/>
              </a:spcAft>
              <a:buNone/>
            </a:pPr>
            <a:endParaRPr sz="800">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184d99d1a72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184d99d1a7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yuliia</a:t>
            </a:r>
            <a:endParaRPr/>
          </a:p>
          <a:p>
            <a:pPr marL="0" lvl="0" indent="0" algn="l" rtl="0">
              <a:spcBef>
                <a:spcPts val="0"/>
              </a:spcBef>
              <a:spcAft>
                <a:spcPts val="0"/>
              </a:spcAft>
              <a:buNone/>
            </a:pPr>
            <a:r>
              <a:rPr lang="en"/>
              <a:t>Our company specialized in offering a range of 7 muesli types designed to meet diverse customer preferences. Initially, we started with only 2 flavours, available in both small and large sizes, which were Original and Strawberry. While these were well-received, we recognized the importance of expanding to a wider variety of taste and dietary needs. This led to expansion of our product line to: Nut, Original and Strawberry muesli in Small &amp; Large sizes and mixed muesli in small size. By diversifying our product offering, we successfully attracted more customers and expanded our order volume. </a:t>
            </a:r>
            <a:endParaRPr/>
          </a:p>
          <a:p>
            <a:pPr marL="0" lvl="0" indent="0" algn="l" rtl="0">
              <a:spcBef>
                <a:spcPts val="0"/>
              </a:spcBef>
              <a:spcAft>
                <a:spcPts val="0"/>
              </a:spcAft>
              <a:buNone/>
            </a:pPr>
            <a:r>
              <a:rPr lang="en"/>
              <a:t>Our company aimed to remain as competitive as possible when pricing our products. To determine initial prices, we calculated the average cost per box of muesli necessary to achieve profitability. By analyzing average market prices and customer demand trends, we adjusted our pricing strategy to balance profitability with market competitiveness. </a:t>
            </a:r>
            <a:endParaRPr/>
          </a:p>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184d99d1a72_0_2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184d99d1a72_0_2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Yuliia</a:t>
            </a:r>
            <a:endParaRPr/>
          </a:p>
          <a:p>
            <a:pPr marL="0" lvl="0" indent="0" algn="l" rtl="0">
              <a:spcBef>
                <a:spcPts val="0"/>
              </a:spcBef>
              <a:spcAft>
                <a:spcPts val="0"/>
              </a:spcAft>
              <a:buNone/>
            </a:pPr>
            <a:r>
              <a:rPr lang="en"/>
              <a:t>Our product Net value graph reflects on the profitability of each product type, highlighting how each flavor and size contributed to our overall financial success. During periods of market competition, the net value of some products fluctuated. Strategic price adjustments allowed us to maintain competitiveness. The graph clearly shows disparities in net value between products. For example, Larger-sized products consistently showed higher net values due to the larger profit margins, as their price offset the slightly increased product cost. Among all products, Strawberry in small size had the lowest net value. This may have been due to higher production cost relative to its lower price point and demand. Overall, This graph shows the opportunities for improvements in the products with lower net value, like Small Strawberry muesli. It can be improved by either optimizing production costs, adjusting prices or improving marketing for particular products.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1f79c2a496_5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31f79c2a496_5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Kara</a:t>
            </a:r>
            <a:endParaRPr/>
          </a:p>
          <a:p>
            <a:pPr marL="0" lvl="0" indent="0" algn="l" rtl="0">
              <a:spcBef>
                <a:spcPts val="0"/>
              </a:spcBef>
              <a:spcAft>
                <a:spcPts val="0"/>
              </a:spcAft>
              <a:buNone/>
            </a:pPr>
            <a:endParaRPr/>
          </a:p>
          <a:p>
            <a:pPr marL="0" lvl="0" indent="0" algn="l" rtl="0">
              <a:spcBef>
                <a:spcPts val="0"/>
              </a:spcBef>
              <a:spcAft>
                <a:spcPts val="0"/>
              </a:spcAft>
              <a:buNone/>
            </a:pPr>
            <a:r>
              <a:rPr lang="en"/>
              <a:t>As our pricing/production manager mentioned, we changed our forecast.  we decided to do 24,000 and 48,000 (multiple of 24,000) as that was our max capacity for daily production. This helped us to make sure we weren’t wasting any unnecessary time cleaning the equipment between different flavours of muesli.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1f79c2a496_5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31f79c2a496_5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Kara</a:t>
            </a:r>
            <a:br>
              <a:rPr lang="en"/>
            </a:br>
            <a:r>
              <a:rPr lang="en"/>
              <a:t>Our prices were decently similar between most of our products, and obviously we were selling our larger 1kg boxes at a higher price point for the most part. </a:t>
            </a:r>
            <a:endParaRPr/>
          </a:p>
          <a:p>
            <a:pPr marL="457200" lvl="0" indent="-298450" algn="l" rtl="0">
              <a:spcBef>
                <a:spcPts val="0"/>
              </a:spcBef>
              <a:spcAft>
                <a:spcPts val="0"/>
              </a:spcAft>
              <a:buSzPts val="1100"/>
              <a:buChar char="-"/>
            </a:pPr>
            <a:r>
              <a:rPr lang="en"/>
              <a:t>Super important to tread the fine line between covering our costs, but also having a competitive price. </a:t>
            </a:r>
            <a:endParaRPr/>
          </a:p>
          <a:p>
            <a:pPr marL="457200" lvl="0" indent="-298450" algn="l" rtl="0">
              <a:spcBef>
                <a:spcPts val="0"/>
              </a:spcBef>
              <a:spcAft>
                <a:spcPts val="0"/>
              </a:spcAft>
              <a:buSzPts val="1100"/>
              <a:buChar char="-"/>
            </a:pPr>
            <a:r>
              <a:rPr lang="en"/>
              <a:t>Sold more 500g nut muesli than any other flavour, we were likely undercutting our competitions prices, and this another reason why we decided to increase our sales forecast to 48,000 units since we were clearly selling out of this product so quickly.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31f79c2a496_5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31f79c2a496_5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kara</a:t>
            </a:r>
            <a:endParaRPr/>
          </a:p>
          <a:p>
            <a:pPr marL="457200" lvl="0" indent="-298450" algn="l" rtl="0">
              <a:spcBef>
                <a:spcPts val="0"/>
              </a:spcBef>
              <a:spcAft>
                <a:spcPts val="0"/>
              </a:spcAft>
              <a:buSzPts val="1100"/>
              <a:buChar char="●"/>
            </a:pPr>
            <a:r>
              <a:rPr lang="en"/>
              <a:t>Our contribution margins by months and distribution channel</a:t>
            </a:r>
            <a:endParaRPr/>
          </a:p>
          <a:p>
            <a:pPr marL="457200" lvl="0" indent="-298450" algn="l" rtl="0">
              <a:spcBef>
                <a:spcPts val="0"/>
              </a:spcBef>
              <a:spcAft>
                <a:spcPts val="0"/>
              </a:spcAft>
              <a:buSzPts val="1100"/>
              <a:buChar char="●"/>
            </a:pPr>
            <a:r>
              <a:rPr lang="en"/>
              <a:t>Excluding independent grocers, we were really able to increase our contribution margin over time as we learned more about our products, the cost to create them and how muhc we could sell them for</a:t>
            </a:r>
            <a:endParaRPr/>
          </a:p>
          <a:p>
            <a:pPr marL="457200" lvl="0" indent="-298450" algn="l" rtl="0">
              <a:spcBef>
                <a:spcPts val="0"/>
              </a:spcBef>
              <a:spcAft>
                <a:spcPts val="0"/>
              </a:spcAft>
              <a:buSzPts val="1100"/>
              <a:buChar char="●"/>
            </a:pPr>
            <a:r>
              <a:rPr lang="en"/>
              <a:t>CM lowest for hypermarkets, since low prices was incredibly important to maintaining sales in those types of stores. Additionally, only our large muesli’s were being sold here, so our production costs were also higher for these products. </a:t>
            </a:r>
            <a:endParaRPr/>
          </a:p>
          <a:p>
            <a:pPr marL="914400" lvl="1" indent="-298450" algn="l" rtl="0">
              <a:spcBef>
                <a:spcPts val="0"/>
              </a:spcBef>
              <a:spcAft>
                <a:spcPts val="0"/>
              </a:spcAft>
              <a:buSzPts val="1100"/>
              <a:buChar char="○"/>
            </a:pPr>
            <a:r>
              <a:rPr lang="en"/>
              <a:t>Even though hypermarkets need low prices, we did notice that the CM ratio was just too low for them, so we did increase prices over time to ensure we would be able to cover costs</a:t>
            </a:r>
            <a:endParaRPr/>
          </a:p>
          <a:p>
            <a:pPr marL="457200" lvl="0" indent="-298450" algn="l" rtl="0">
              <a:spcBef>
                <a:spcPts val="0"/>
              </a:spcBef>
              <a:spcAft>
                <a:spcPts val="0"/>
              </a:spcAft>
              <a:buSzPts val="1100"/>
              <a:buChar char="●"/>
            </a:pPr>
            <a:r>
              <a:rPr lang="en"/>
              <a:t>Grocery chains had the highest CM, this is likely where our most loyal customers were and where our competitors were also pricing their products higher so earn a better profit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18680c3840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18680c3840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31f79c2a496_4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31f79c2a496_4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31f79c2a496_5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31f79c2a496_5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Most popular in Lower Saxony, Bavaria, and North Rhine regions</a:t>
            </a:r>
            <a:endParaRPr/>
          </a:p>
          <a:p>
            <a:pPr marL="457200" lvl="0" indent="-298450" algn="l" rtl="0">
              <a:spcBef>
                <a:spcPts val="0"/>
              </a:spcBef>
              <a:spcAft>
                <a:spcPts val="0"/>
              </a:spcAft>
              <a:buSzPts val="1100"/>
              <a:buChar char="●"/>
            </a:pPr>
            <a:r>
              <a:rPr lang="en"/>
              <a:t>We want to use this data to develop our push strategy to send further muesli products into these regions since our sales were significantly better here</a:t>
            </a:r>
            <a:endParaRPr/>
          </a:p>
          <a:p>
            <a:pPr marL="457200" lvl="0" indent="-298450" algn="l" rtl="0">
              <a:spcBef>
                <a:spcPts val="0"/>
              </a:spcBef>
              <a:spcAft>
                <a:spcPts val="0"/>
              </a:spcAft>
              <a:buSzPts val="1100"/>
              <a:buChar char="●"/>
            </a:pPr>
            <a:r>
              <a:rPr lang="en"/>
              <a:t>Definitely want to do some research into why our sales were much lower in certain regions like Thuringia and Saarland, possibly some more marketing.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d431007ba2_0_2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300">
                <a:solidFill>
                  <a:schemeClr val="dk1"/>
                </a:solidFill>
              </a:rPr>
              <a:t>Hello, my name is Mina and I am the investments manager. Throughout the year, we made various investments to enhance our company and its capabilities. The one thing we invested the most money in was our loan, which was originally 8 Million dollars. We paid off $3,500,000, which is almost half of the loan in order to save money on interest and get out of debt faster. We also spent $1,250,000 on our set up time, reducing it from 8 hours to 3 hours in order for our company to be more efficient. We also invested into marketing. </a:t>
            </a:r>
            <a:endParaRPr sz="1200">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54dda1946d_6_3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300"/>
              <a:t>Throughout the year, we were actively marketing our Muesli products to three regions: North, South, and West. We were constantly changing our marketing strategy, but we invested the same amount of money into marketing for each region. </a:t>
            </a:r>
            <a:r>
              <a:rPr lang="en" sz="1300">
                <a:solidFill>
                  <a:schemeClr val="dk1"/>
                </a:solidFill>
              </a:rPr>
              <a:t>We constantly changed the amount invested into marketing. We noticed that $20 into each product in each region every day was too much and we were not seeing a return on our investment. As a group, we decided to lower it to $12 a day for each product in each region and this was the perfect amount with the most return on our investment.</a:t>
            </a:r>
            <a:r>
              <a:rPr lang="en" sz="1400">
                <a:solidFill>
                  <a:schemeClr val="dk1"/>
                </a:solidFill>
              </a:rPr>
              <a:t> </a:t>
            </a:r>
            <a:r>
              <a:rPr lang="en" sz="1300">
                <a:solidFill>
                  <a:schemeClr val="dk1"/>
                </a:solidFill>
              </a:rPr>
              <a:t>We were using a push marketing campaign to market to hypermarkets, independent grocers, and grocery chains. Which as we can see was effective in reaching the correct people in all markets in every region. As we can see in the graph, sales were evenly distributed throughout all three regions. </a:t>
            </a:r>
            <a:endParaRPr sz="13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1f79c2a496_5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31f79c2a496_5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Mina</a:t>
            </a:r>
            <a:endParaRPr/>
          </a:p>
          <a:p>
            <a:pPr marL="457200" lvl="0" indent="-298450" algn="l" rtl="0">
              <a:spcBef>
                <a:spcPts val="0"/>
              </a:spcBef>
              <a:spcAft>
                <a:spcPts val="0"/>
              </a:spcAft>
              <a:buSzPts val="1100"/>
              <a:buChar char="●"/>
            </a:pPr>
            <a:r>
              <a:rPr lang="en"/>
              <a:t>Throughout the sales for the year, we see a very similar trend for amount of muesli sold per month by box sizes. </a:t>
            </a:r>
            <a:endParaRPr/>
          </a:p>
          <a:p>
            <a:pPr marL="457200" lvl="0" indent="-298450" algn="l" rtl="0">
              <a:spcBef>
                <a:spcPts val="0"/>
              </a:spcBef>
              <a:spcAft>
                <a:spcPts val="0"/>
              </a:spcAft>
              <a:buSzPts val="1100"/>
              <a:buChar char="●"/>
            </a:pPr>
            <a:r>
              <a:rPr lang="en"/>
              <a:t>Generally speaking, if we noticed a decrease in sales of 500g boxes, the next month saw a decrease in sales of 1kg boxes, so we likely had issues with production at that point in time, or we were being priced out by our competitors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18680c38407_0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18680c38407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Nik</a:t>
            </a:r>
            <a:endParaRPr/>
          </a:p>
          <a:p>
            <a:pPr marL="0" lvl="0" indent="0" algn="l" rtl="0">
              <a:spcBef>
                <a:spcPts val="0"/>
              </a:spcBef>
              <a:spcAft>
                <a:spcPts val="0"/>
              </a:spcAft>
              <a:buNone/>
            </a:pPr>
            <a:r>
              <a:rPr lang="en"/>
              <a:t>Throughout the year we learned a few things about our business and how we can improve our profit and company evaluation for next year. One of the biggest things we noticed was how much we spent on marketing and how little of a difference it made in how much products were sold. We experimented with 10, 12, 15, and 20 dollars of adspend per day without seeing a noteable difference across the variations. In regard to how much monet we spent reinvesting back into our company one of the largest expenses we had this year was our invested in set up time, that came in at a staggering 1.25 mil. Although this investment sounded good in theory, the moment after we spent it we saw out profitability jump into the negatives right away. Although, this was quite disappointing we did recover in Q3 and Q4 which is not pictured here</a:t>
            </a:r>
            <a:endParaRPr/>
          </a:p>
          <a:p>
            <a:pPr marL="0" lvl="0" indent="0" algn="l" rtl="0">
              <a:spcBef>
                <a:spcPts val="0"/>
              </a:spcBef>
              <a:spcAft>
                <a:spcPts val="0"/>
              </a:spcAft>
              <a:buNone/>
            </a:pPr>
            <a:r>
              <a:rPr lang="en"/>
              <a:t>Next year we would like to investment more in our production capacity in order to produce msuiole quicker and get it out as fast as possible. Throughout the year our muesli was flying off the shelves so by increasing our production capacity we would be able to sell more products and competitive prices. </a:t>
            </a:r>
            <a:endParaRPr/>
          </a:p>
          <a:p>
            <a:pPr marL="0" lvl="0" indent="0" algn="l" rtl="0">
              <a:spcBef>
                <a:spcPts val="0"/>
              </a:spcBef>
              <a:spcAft>
                <a:spcPts val="0"/>
              </a:spcAft>
              <a:buNone/>
            </a:pPr>
            <a:endParaRPr/>
          </a:p>
          <a:p>
            <a:pPr marL="0" lvl="0" indent="0" algn="l" rtl="0">
              <a:spcBef>
                <a:spcPts val="0"/>
              </a:spcBef>
              <a:spcAft>
                <a:spcPts val="0"/>
              </a:spcAft>
              <a:buNone/>
            </a:pPr>
            <a:r>
              <a:rPr lang="en"/>
              <a:t>Given the opportunity this branch would excel beyond your expectations next quarter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135e18421cc_13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135e18421cc_13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75" y="1528800"/>
            <a:ext cx="7717500" cy="1610100"/>
          </a:xfrm>
          <a:prstGeom prst="rect">
            <a:avLst/>
          </a:prstGeom>
        </p:spPr>
        <p:txBody>
          <a:bodyPr spcFirstLastPara="1" wrap="square" lIns="91425" tIns="91425" rIns="91425" bIns="91425" anchor="b" anchorCtr="0">
            <a:noAutofit/>
          </a:bodyPr>
          <a:lstStyle>
            <a:lvl1pPr lvl="0">
              <a:lnSpc>
                <a:spcPct val="80000"/>
              </a:lnSpc>
              <a:spcBef>
                <a:spcPts val="0"/>
              </a:spcBef>
              <a:spcAft>
                <a:spcPts val="0"/>
              </a:spcAft>
              <a:buClr>
                <a:srgbClr val="191919"/>
              </a:buClr>
              <a:buSzPts val="5200"/>
              <a:buNone/>
              <a:defRPr sz="6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3300" y="3138900"/>
            <a:ext cx="7717500" cy="475800"/>
          </a:xfrm>
          <a:prstGeom prst="rect">
            <a:avLst/>
          </a:prstGeom>
          <a:noFill/>
        </p:spPr>
        <p:txBody>
          <a:bodyPr spcFirstLastPara="1" wrap="square" lIns="91425" tIns="91425" rIns="91425" bIns="91425" anchor="t" anchorCtr="0">
            <a:noAutofit/>
          </a:bodyPr>
          <a:lstStyle>
            <a:lvl1pPr lvl="0">
              <a:lnSpc>
                <a:spcPct val="100000"/>
              </a:lnSpc>
              <a:spcBef>
                <a:spcPts val="0"/>
              </a:spcBef>
              <a:spcAft>
                <a:spcPts val="0"/>
              </a:spcAft>
              <a:buClr>
                <a:schemeClr val="accent2"/>
              </a:buClr>
              <a:buSzPts val="1200"/>
              <a:buNone/>
              <a:defRPr sz="1600"/>
            </a:lvl1pPr>
            <a:lvl2pPr lvl="1" algn="ctr">
              <a:lnSpc>
                <a:spcPct val="100000"/>
              </a:lnSpc>
              <a:spcBef>
                <a:spcPts val="0"/>
              </a:spcBef>
              <a:spcAft>
                <a:spcPts val="0"/>
              </a:spcAft>
              <a:buClr>
                <a:schemeClr val="accent2"/>
              </a:buClr>
              <a:buSzPts val="1800"/>
              <a:buNone/>
              <a:defRPr sz="1800">
                <a:solidFill>
                  <a:schemeClr val="accent2"/>
                </a:solidFill>
              </a:defRPr>
            </a:lvl2pPr>
            <a:lvl3pPr lvl="2" algn="ctr">
              <a:lnSpc>
                <a:spcPct val="100000"/>
              </a:lnSpc>
              <a:spcBef>
                <a:spcPts val="0"/>
              </a:spcBef>
              <a:spcAft>
                <a:spcPts val="0"/>
              </a:spcAft>
              <a:buClr>
                <a:schemeClr val="accent2"/>
              </a:buClr>
              <a:buSzPts val="1800"/>
              <a:buNone/>
              <a:defRPr sz="1800">
                <a:solidFill>
                  <a:schemeClr val="accent2"/>
                </a:solidFill>
              </a:defRPr>
            </a:lvl3pPr>
            <a:lvl4pPr lvl="3" algn="ctr">
              <a:lnSpc>
                <a:spcPct val="100000"/>
              </a:lnSpc>
              <a:spcBef>
                <a:spcPts val="0"/>
              </a:spcBef>
              <a:spcAft>
                <a:spcPts val="0"/>
              </a:spcAft>
              <a:buClr>
                <a:schemeClr val="accent2"/>
              </a:buClr>
              <a:buSzPts val="1800"/>
              <a:buNone/>
              <a:defRPr sz="1800">
                <a:solidFill>
                  <a:schemeClr val="accent2"/>
                </a:solidFill>
              </a:defRPr>
            </a:lvl4pPr>
            <a:lvl5pPr lvl="4" algn="ctr">
              <a:lnSpc>
                <a:spcPct val="100000"/>
              </a:lnSpc>
              <a:spcBef>
                <a:spcPts val="0"/>
              </a:spcBef>
              <a:spcAft>
                <a:spcPts val="0"/>
              </a:spcAft>
              <a:buClr>
                <a:schemeClr val="accent2"/>
              </a:buClr>
              <a:buSzPts val="1800"/>
              <a:buNone/>
              <a:defRPr sz="1800">
                <a:solidFill>
                  <a:schemeClr val="accent2"/>
                </a:solidFill>
              </a:defRPr>
            </a:lvl5pPr>
            <a:lvl6pPr lvl="5" algn="ctr">
              <a:lnSpc>
                <a:spcPct val="100000"/>
              </a:lnSpc>
              <a:spcBef>
                <a:spcPts val="0"/>
              </a:spcBef>
              <a:spcAft>
                <a:spcPts val="0"/>
              </a:spcAft>
              <a:buClr>
                <a:schemeClr val="accent2"/>
              </a:buClr>
              <a:buSzPts val="1800"/>
              <a:buNone/>
              <a:defRPr sz="1800">
                <a:solidFill>
                  <a:schemeClr val="accent2"/>
                </a:solidFill>
              </a:defRPr>
            </a:lvl6pPr>
            <a:lvl7pPr lvl="6" algn="ctr">
              <a:lnSpc>
                <a:spcPct val="100000"/>
              </a:lnSpc>
              <a:spcBef>
                <a:spcPts val="0"/>
              </a:spcBef>
              <a:spcAft>
                <a:spcPts val="0"/>
              </a:spcAft>
              <a:buClr>
                <a:schemeClr val="accent2"/>
              </a:buClr>
              <a:buSzPts val="1800"/>
              <a:buNone/>
              <a:defRPr sz="1800">
                <a:solidFill>
                  <a:schemeClr val="accent2"/>
                </a:solidFill>
              </a:defRPr>
            </a:lvl7pPr>
            <a:lvl8pPr lvl="7" algn="ctr">
              <a:lnSpc>
                <a:spcPct val="100000"/>
              </a:lnSpc>
              <a:spcBef>
                <a:spcPts val="0"/>
              </a:spcBef>
              <a:spcAft>
                <a:spcPts val="0"/>
              </a:spcAft>
              <a:buClr>
                <a:schemeClr val="accent2"/>
              </a:buClr>
              <a:buSzPts val="1800"/>
              <a:buNone/>
              <a:defRPr sz="1800">
                <a:solidFill>
                  <a:schemeClr val="accent2"/>
                </a:solidFill>
              </a:defRPr>
            </a:lvl8pPr>
            <a:lvl9pPr lvl="8" algn="ctr">
              <a:lnSpc>
                <a:spcPct val="100000"/>
              </a:lnSpc>
              <a:spcBef>
                <a:spcPts val="0"/>
              </a:spcBef>
              <a:spcAft>
                <a:spcPts val="0"/>
              </a:spcAft>
              <a:buClr>
                <a:schemeClr val="accent2"/>
              </a:buClr>
              <a:buSzPts val="1800"/>
              <a:buNone/>
              <a:defRPr sz="1800">
                <a:solidFill>
                  <a:schemeClr val="accent2"/>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a:spLocks noGrp="1"/>
          </p:cNvSpPr>
          <p:nvPr>
            <p:ph type="pic" idx="2"/>
          </p:nvPr>
        </p:nvSpPr>
        <p:spPr>
          <a:xfrm>
            <a:off x="713225" y="1686100"/>
            <a:ext cx="7717500" cy="2917800"/>
          </a:xfrm>
          <a:prstGeom prst="rect">
            <a:avLst/>
          </a:prstGeom>
          <a:noFill/>
          <a:ln>
            <a:noFill/>
          </a:ln>
        </p:spPr>
      </p:sp>
      <p:sp>
        <p:nvSpPr>
          <p:cNvPr id="13" name="Google Shape;13;p3"/>
          <p:cNvSpPr txBox="1">
            <a:spLocks noGrp="1"/>
          </p:cNvSpPr>
          <p:nvPr>
            <p:ph type="title"/>
          </p:nvPr>
        </p:nvSpPr>
        <p:spPr>
          <a:xfrm>
            <a:off x="1965725" y="691900"/>
            <a:ext cx="5472900" cy="8418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4" name="Google Shape;14;p3"/>
          <p:cNvSpPr txBox="1">
            <a:spLocks noGrp="1"/>
          </p:cNvSpPr>
          <p:nvPr>
            <p:ph type="title" idx="3" hasCustomPrompt="1"/>
          </p:nvPr>
        </p:nvSpPr>
        <p:spPr>
          <a:xfrm>
            <a:off x="713225" y="691900"/>
            <a:ext cx="1176300" cy="841800"/>
          </a:xfrm>
          <a:prstGeom prst="rect">
            <a:avLst/>
          </a:prstGeom>
          <a:solidFill>
            <a:schemeClr val="accent3"/>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solidFill>
                  <a:schemeClr val="accen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grpSp>
        <p:nvGrpSpPr>
          <p:cNvPr id="15" name="Google Shape;15;p3"/>
          <p:cNvGrpSpPr/>
          <p:nvPr/>
        </p:nvGrpSpPr>
        <p:grpSpPr>
          <a:xfrm>
            <a:off x="0" y="-17975"/>
            <a:ext cx="9144000" cy="5161475"/>
            <a:chOff x="0" y="-17975"/>
            <a:chExt cx="9144000" cy="5161475"/>
          </a:xfrm>
        </p:grpSpPr>
        <p:sp>
          <p:nvSpPr>
            <p:cNvPr id="16" name="Google Shape;16;p3"/>
            <p:cNvSpPr/>
            <p:nvPr/>
          </p:nvSpPr>
          <p:spPr>
            <a:xfrm rot="10800000" flipH="1">
              <a:off x="0" y="-17975"/>
              <a:ext cx="2776200" cy="405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7" name="Google Shape;17;p3"/>
            <p:cNvSpPr/>
            <p:nvPr/>
          </p:nvSpPr>
          <p:spPr>
            <a:xfrm rot="10800000" flipH="1">
              <a:off x="4537064" y="4876200"/>
              <a:ext cx="3741300" cy="267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8" name="Google Shape;18;p3"/>
            <p:cNvSpPr/>
            <p:nvPr/>
          </p:nvSpPr>
          <p:spPr>
            <a:xfrm rot="5400000" flipH="1">
              <a:off x="-1268400" y="3741300"/>
              <a:ext cx="26706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9" name="Google Shape;19;p3"/>
            <p:cNvSpPr/>
            <p:nvPr/>
          </p:nvSpPr>
          <p:spPr>
            <a:xfrm rot="5400000" flipH="1">
              <a:off x="8163000" y="829225"/>
              <a:ext cx="18282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2" name="Google Shape;22;p4"/>
          <p:cNvSpPr txBox="1">
            <a:spLocks noGrp="1"/>
          </p:cNvSpPr>
          <p:nvPr>
            <p:ph type="body" idx="1"/>
          </p:nvPr>
        </p:nvSpPr>
        <p:spPr>
          <a:xfrm>
            <a:off x="720000" y="1215750"/>
            <a:ext cx="7704000" cy="26184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grpSp>
        <p:nvGrpSpPr>
          <p:cNvPr id="23" name="Google Shape;23;p4"/>
          <p:cNvGrpSpPr/>
          <p:nvPr/>
        </p:nvGrpSpPr>
        <p:grpSpPr>
          <a:xfrm>
            <a:off x="0" y="-17975"/>
            <a:ext cx="9143989" cy="5161475"/>
            <a:chOff x="0" y="-17975"/>
            <a:chExt cx="9143989" cy="5161475"/>
          </a:xfrm>
        </p:grpSpPr>
        <p:sp>
          <p:nvSpPr>
            <p:cNvPr id="24" name="Google Shape;24;p4"/>
            <p:cNvSpPr/>
            <p:nvPr/>
          </p:nvSpPr>
          <p:spPr>
            <a:xfrm>
              <a:off x="0" y="4737900"/>
              <a:ext cx="2776200" cy="405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5" name="Google Shape;25;p4"/>
            <p:cNvSpPr/>
            <p:nvPr/>
          </p:nvSpPr>
          <p:spPr>
            <a:xfrm>
              <a:off x="5402689" y="-17975"/>
              <a:ext cx="3741300" cy="267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6" name="Google Shape;26;p4"/>
            <p:cNvSpPr/>
            <p:nvPr/>
          </p:nvSpPr>
          <p:spPr>
            <a:xfrm rot="5400000">
              <a:off x="0" y="213450"/>
              <a:ext cx="5607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7" name="Google Shape;27;p4"/>
            <p:cNvSpPr/>
            <p:nvPr/>
          </p:nvSpPr>
          <p:spPr>
            <a:xfrm rot="5400000">
              <a:off x="8029200" y="4162500"/>
              <a:ext cx="18282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sp>
        <p:nvSpPr>
          <p:cNvPr id="29" name="Google Shape;29;p5"/>
          <p:cNvSpPr txBox="1">
            <a:spLocks noGrp="1"/>
          </p:cNvSpPr>
          <p:nvPr>
            <p:ph type="title"/>
          </p:nvPr>
        </p:nvSpPr>
        <p:spPr>
          <a:xfrm>
            <a:off x="722376" y="539506"/>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0" name="Google Shape;30;p5"/>
          <p:cNvSpPr txBox="1">
            <a:spLocks noGrp="1"/>
          </p:cNvSpPr>
          <p:nvPr>
            <p:ph type="subTitle" idx="1"/>
          </p:nvPr>
        </p:nvSpPr>
        <p:spPr>
          <a:xfrm>
            <a:off x="4633499" y="2221152"/>
            <a:ext cx="3792900" cy="118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1" name="Google Shape;31;p5"/>
          <p:cNvSpPr txBox="1">
            <a:spLocks noGrp="1"/>
          </p:cNvSpPr>
          <p:nvPr>
            <p:ph type="subTitle" idx="2"/>
          </p:nvPr>
        </p:nvSpPr>
        <p:spPr>
          <a:xfrm>
            <a:off x="722375" y="2221152"/>
            <a:ext cx="3792900" cy="118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2" name="Google Shape;32;p5"/>
          <p:cNvSpPr txBox="1">
            <a:spLocks noGrp="1"/>
          </p:cNvSpPr>
          <p:nvPr>
            <p:ph type="subTitle" idx="3"/>
          </p:nvPr>
        </p:nvSpPr>
        <p:spPr>
          <a:xfrm>
            <a:off x="722375" y="1733750"/>
            <a:ext cx="37929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ubik SemiBold"/>
              <a:buNone/>
              <a:defRPr sz="2400">
                <a:solidFill>
                  <a:schemeClr val="dk1"/>
                </a:solidFill>
                <a:latin typeface="Rubik SemiBold"/>
                <a:ea typeface="Rubik SemiBold"/>
                <a:cs typeface="Rubik SemiBold"/>
                <a:sym typeface="Rubik SemiBold"/>
              </a:defRPr>
            </a:lvl1pPr>
            <a:lvl2pPr lvl="1"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2pPr>
            <a:lvl3pPr lvl="2"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3pPr>
            <a:lvl4pPr lvl="3"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4pPr>
            <a:lvl5pPr lvl="4"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5pPr>
            <a:lvl6pPr lvl="5"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6pPr>
            <a:lvl7pPr lvl="6"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7pPr>
            <a:lvl8pPr lvl="7"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8pPr>
            <a:lvl9pPr lvl="8"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9pPr>
          </a:lstStyle>
          <a:p>
            <a:endParaRPr/>
          </a:p>
        </p:txBody>
      </p:sp>
      <p:sp>
        <p:nvSpPr>
          <p:cNvPr id="33" name="Google Shape;33;p5"/>
          <p:cNvSpPr txBox="1">
            <a:spLocks noGrp="1"/>
          </p:cNvSpPr>
          <p:nvPr>
            <p:ph type="subTitle" idx="4"/>
          </p:nvPr>
        </p:nvSpPr>
        <p:spPr>
          <a:xfrm>
            <a:off x="4633501" y="1733750"/>
            <a:ext cx="37929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ubik SemiBold"/>
              <a:buNone/>
              <a:defRPr sz="2400">
                <a:solidFill>
                  <a:schemeClr val="dk1"/>
                </a:solidFill>
                <a:latin typeface="Rubik SemiBold"/>
                <a:ea typeface="Rubik SemiBold"/>
                <a:cs typeface="Rubik SemiBold"/>
                <a:sym typeface="Rubik SemiBold"/>
              </a:defRPr>
            </a:lvl1pPr>
            <a:lvl2pPr lvl="1"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2pPr>
            <a:lvl3pPr lvl="2"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3pPr>
            <a:lvl4pPr lvl="3"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4pPr>
            <a:lvl5pPr lvl="4"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5pPr>
            <a:lvl6pPr lvl="5"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6pPr>
            <a:lvl7pPr lvl="6"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7pPr>
            <a:lvl8pPr lvl="7"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8pPr>
            <a:lvl9pPr lvl="8"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9pPr>
          </a:lstStyle>
          <a:p>
            <a:endParaRPr/>
          </a:p>
        </p:txBody>
      </p:sp>
      <p:grpSp>
        <p:nvGrpSpPr>
          <p:cNvPr id="34" name="Google Shape;34;p5"/>
          <p:cNvGrpSpPr/>
          <p:nvPr/>
        </p:nvGrpSpPr>
        <p:grpSpPr>
          <a:xfrm>
            <a:off x="-11" y="0"/>
            <a:ext cx="9144011" cy="5143500"/>
            <a:chOff x="-11" y="0"/>
            <a:chExt cx="9144011" cy="5143500"/>
          </a:xfrm>
        </p:grpSpPr>
        <p:sp>
          <p:nvSpPr>
            <p:cNvPr id="35" name="Google Shape;35;p5"/>
            <p:cNvSpPr/>
            <p:nvPr/>
          </p:nvSpPr>
          <p:spPr>
            <a:xfrm rot="-5400000">
              <a:off x="7553100" y="3552600"/>
              <a:ext cx="2776200" cy="405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6" name="Google Shape;36;p5"/>
            <p:cNvSpPr/>
            <p:nvPr/>
          </p:nvSpPr>
          <p:spPr>
            <a:xfrm>
              <a:off x="-11" y="4876200"/>
              <a:ext cx="3741300" cy="267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7" name="Google Shape;37;p5"/>
            <p:cNvSpPr/>
            <p:nvPr/>
          </p:nvSpPr>
          <p:spPr>
            <a:xfrm>
              <a:off x="8583300" y="0"/>
              <a:ext cx="5607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8" name="Google Shape;38;p5"/>
            <p:cNvSpPr/>
            <p:nvPr/>
          </p:nvSpPr>
          <p:spPr>
            <a:xfrm rot="5400000">
              <a:off x="-847200" y="847200"/>
              <a:ext cx="18282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6"/>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41" name="Google Shape;41;p6"/>
          <p:cNvGrpSpPr/>
          <p:nvPr/>
        </p:nvGrpSpPr>
        <p:grpSpPr>
          <a:xfrm>
            <a:off x="0" y="-17975"/>
            <a:ext cx="9143989" cy="5161475"/>
            <a:chOff x="0" y="-17975"/>
            <a:chExt cx="9143989" cy="5161475"/>
          </a:xfrm>
        </p:grpSpPr>
        <p:sp>
          <p:nvSpPr>
            <p:cNvPr id="42" name="Google Shape;42;p6"/>
            <p:cNvSpPr/>
            <p:nvPr/>
          </p:nvSpPr>
          <p:spPr>
            <a:xfrm>
              <a:off x="0" y="4737900"/>
              <a:ext cx="2776200" cy="405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3" name="Google Shape;43;p6"/>
            <p:cNvSpPr/>
            <p:nvPr/>
          </p:nvSpPr>
          <p:spPr>
            <a:xfrm>
              <a:off x="5402689" y="-17975"/>
              <a:ext cx="3741300" cy="267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4" name="Google Shape;44;p6"/>
            <p:cNvSpPr/>
            <p:nvPr/>
          </p:nvSpPr>
          <p:spPr>
            <a:xfrm>
              <a:off x="0" y="-17975"/>
              <a:ext cx="5607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5" name="Google Shape;45;p6"/>
            <p:cNvSpPr/>
            <p:nvPr/>
          </p:nvSpPr>
          <p:spPr>
            <a:xfrm rot="5400000">
              <a:off x="8029200" y="4162500"/>
              <a:ext cx="18282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713225" y="1408050"/>
            <a:ext cx="3904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8" name="Google Shape;48;p7"/>
          <p:cNvSpPr txBox="1">
            <a:spLocks noGrp="1"/>
          </p:cNvSpPr>
          <p:nvPr>
            <p:ph type="subTitle" idx="1"/>
          </p:nvPr>
        </p:nvSpPr>
        <p:spPr>
          <a:xfrm>
            <a:off x="713225" y="1980750"/>
            <a:ext cx="3904800" cy="1754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Font typeface="Nunito Light"/>
              <a:buChar char="●"/>
              <a:defRPr/>
            </a:lvl1pPr>
            <a:lvl2pPr lvl="1" algn="ctr" rtl="0">
              <a:lnSpc>
                <a:spcPct val="100000"/>
              </a:lnSpc>
              <a:spcBef>
                <a:spcPts val="0"/>
              </a:spcBef>
              <a:spcAft>
                <a:spcPts val="0"/>
              </a:spcAft>
              <a:buClr>
                <a:srgbClr val="E76A28"/>
              </a:buClr>
              <a:buSzPts val="1200"/>
              <a:buFont typeface="Nunito Light"/>
              <a:buChar char="○"/>
              <a:defRPr/>
            </a:lvl2pPr>
            <a:lvl3pPr lvl="2" algn="ctr" rtl="0">
              <a:lnSpc>
                <a:spcPct val="100000"/>
              </a:lnSpc>
              <a:spcBef>
                <a:spcPts val="1600"/>
              </a:spcBef>
              <a:spcAft>
                <a:spcPts val="0"/>
              </a:spcAft>
              <a:buClr>
                <a:srgbClr val="E76A28"/>
              </a:buClr>
              <a:buSzPts val="1200"/>
              <a:buFont typeface="Nunito Light"/>
              <a:buChar char="■"/>
              <a:defRPr/>
            </a:lvl3pPr>
            <a:lvl4pPr lvl="3" algn="ctr" rtl="0">
              <a:lnSpc>
                <a:spcPct val="100000"/>
              </a:lnSpc>
              <a:spcBef>
                <a:spcPts val="1600"/>
              </a:spcBef>
              <a:spcAft>
                <a:spcPts val="0"/>
              </a:spcAft>
              <a:buClr>
                <a:srgbClr val="E76A28"/>
              </a:buClr>
              <a:buSzPts val="1200"/>
              <a:buFont typeface="Nunito Light"/>
              <a:buChar char="●"/>
              <a:defRPr/>
            </a:lvl4pPr>
            <a:lvl5pPr lvl="4" algn="ctr" rtl="0">
              <a:lnSpc>
                <a:spcPct val="100000"/>
              </a:lnSpc>
              <a:spcBef>
                <a:spcPts val="1600"/>
              </a:spcBef>
              <a:spcAft>
                <a:spcPts val="0"/>
              </a:spcAft>
              <a:buClr>
                <a:srgbClr val="E76A28"/>
              </a:buClr>
              <a:buSzPts val="1200"/>
              <a:buFont typeface="Nunito Light"/>
              <a:buChar char="○"/>
              <a:defRPr/>
            </a:lvl5pPr>
            <a:lvl6pPr lvl="5" algn="ctr" rtl="0">
              <a:lnSpc>
                <a:spcPct val="100000"/>
              </a:lnSpc>
              <a:spcBef>
                <a:spcPts val="1600"/>
              </a:spcBef>
              <a:spcAft>
                <a:spcPts val="0"/>
              </a:spcAft>
              <a:buClr>
                <a:srgbClr val="999999"/>
              </a:buClr>
              <a:buSzPts val="1200"/>
              <a:buFont typeface="Nunito Light"/>
              <a:buChar char="■"/>
              <a:defRPr/>
            </a:lvl6pPr>
            <a:lvl7pPr lvl="6" algn="ctr" rtl="0">
              <a:lnSpc>
                <a:spcPct val="100000"/>
              </a:lnSpc>
              <a:spcBef>
                <a:spcPts val="1600"/>
              </a:spcBef>
              <a:spcAft>
                <a:spcPts val="0"/>
              </a:spcAft>
              <a:buClr>
                <a:srgbClr val="999999"/>
              </a:buClr>
              <a:buSzPts val="1200"/>
              <a:buFont typeface="Nunito Light"/>
              <a:buChar char="●"/>
              <a:defRPr/>
            </a:lvl7pPr>
            <a:lvl8pPr lvl="7" algn="ctr" rtl="0">
              <a:lnSpc>
                <a:spcPct val="100000"/>
              </a:lnSpc>
              <a:spcBef>
                <a:spcPts val="1600"/>
              </a:spcBef>
              <a:spcAft>
                <a:spcPts val="0"/>
              </a:spcAft>
              <a:buClr>
                <a:srgbClr val="999999"/>
              </a:buClr>
              <a:buSzPts val="1200"/>
              <a:buFont typeface="Nunito Light"/>
              <a:buChar char="○"/>
              <a:defRPr/>
            </a:lvl8pPr>
            <a:lvl9pPr lvl="8" algn="ctr" rtl="0">
              <a:lnSpc>
                <a:spcPct val="100000"/>
              </a:lnSpc>
              <a:spcBef>
                <a:spcPts val="1600"/>
              </a:spcBef>
              <a:spcAft>
                <a:spcPts val="1600"/>
              </a:spcAft>
              <a:buClr>
                <a:srgbClr val="999999"/>
              </a:buClr>
              <a:buSzPts val="1200"/>
              <a:buFont typeface="Nunito Light"/>
              <a:buChar char="■"/>
              <a:defRPr/>
            </a:lvl9pPr>
          </a:lstStyle>
          <a:p>
            <a:endParaRPr/>
          </a:p>
        </p:txBody>
      </p:sp>
      <p:sp>
        <p:nvSpPr>
          <p:cNvPr id="49" name="Google Shape;49;p7"/>
          <p:cNvSpPr>
            <a:spLocks noGrp="1"/>
          </p:cNvSpPr>
          <p:nvPr>
            <p:ph type="pic" idx="2"/>
          </p:nvPr>
        </p:nvSpPr>
        <p:spPr>
          <a:xfrm>
            <a:off x="4930675" y="539500"/>
            <a:ext cx="3500100" cy="4064400"/>
          </a:xfrm>
          <a:prstGeom prst="rect">
            <a:avLst/>
          </a:prstGeom>
          <a:noFill/>
          <a:ln>
            <a:noFill/>
          </a:ln>
        </p:spPr>
      </p:sp>
      <p:grpSp>
        <p:nvGrpSpPr>
          <p:cNvPr id="50" name="Google Shape;50;p7"/>
          <p:cNvGrpSpPr/>
          <p:nvPr/>
        </p:nvGrpSpPr>
        <p:grpSpPr>
          <a:xfrm>
            <a:off x="-11" y="-8250"/>
            <a:ext cx="9144011" cy="5151750"/>
            <a:chOff x="-11" y="-8250"/>
            <a:chExt cx="9144011" cy="5151750"/>
          </a:xfrm>
        </p:grpSpPr>
        <p:sp>
          <p:nvSpPr>
            <p:cNvPr id="51" name="Google Shape;51;p7"/>
            <p:cNvSpPr/>
            <p:nvPr/>
          </p:nvSpPr>
          <p:spPr>
            <a:xfrm rot="10800000" flipH="1">
              <a:off x="-11" y="138150"/>
              <a:ext cx="18282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2" name="Google Shape;52;p7"/>
            <p:cNvSpPr/>
            <p:nvPr/>
          </p:nvSpPr>
          <p:spPr>
            <a:xfrm rot="5400000" flipH="1">
              <a:off x="-1185311" y="3552600"/>
              <a:ext cx="2776200" cy="405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3" name="Google Shape;53;p7"/>
            <p:cNvSpPr/>
            <p:nvPr/>
          </p:nvSpPr>
          <p:spPr>
            <a:xfrm flipH="1">
              <a:off x="5402700" y="4876200"/>
              <a:ext cx="3741300" cy="267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4" name="Google Shape;54;p7"/>
            <p:cNvSpPr/>
            <p:nvPr/>
          </p:nvSpPr>
          <p:spPr>
            <a:xfrm rot="5400000" flipH="1">
              <a:off x="7655700" y="1346250"/>
              <a:ext cx="28428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5"/>
        <p:cNvGrpSpPr/>
        <p:nvPr/>
      </p:nvGrpSpPr>
      <p:grpSpPr>
        <a:xfrm>
          <a:off x="0" y="0"/>
          <a:ext cx="0" cy="0"/>
          <a:chOff x="0" y="0"/>
          <a:chExt cx="0" cy="0"/>
        </a:xfrm>
      </p:grpSpPr>
      <p:sp>
        <p:nvSpPr>
          <p:cNvPr id="56" name="Google Shape;56;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57" name="Google Shape;57;p8"/>
          <p:cNvGrpSpPr/>
          <p:nvPr/>
        </p:nvGrpSpPr>
        <p:grpSpPr>
          <a:xfrm>
            <a:off x="-11" y="-8250"/>
            <a:ext cx="9144011" cy="5151750"/>
            <a:chOff x="-11" y="-8250"/>
            <a:chExt cx="9144011" cy="5151750"/>
          </a:xfrm>
        </p:grpSpPr>
        <p:sp>
          <p:nvSpPr>
            <p:cNvPr id="58" name="Google Shape;58;p8"/>
            <p:cNvSpPr/>
            <p:nvPr/>
          </p:nvSpPr>
          <p:spPr>
            <a:xfrm rot="10800000" flipH="1">
              <a:off x="-11" y="138150"/>
              <a:ext cx="18282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9" name="Google Shape;59;p8"/>
            <p:cNvSpPr/>
            <p:nvPr/>
          </p:nvSpPr>
          <p:spPr>
            <a:xfrm rot="5400000" flipH="1">
              <a:off x="-1185311" y="3552600"/>
              <a:ext cx="2776200" cy="405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0" name="Google Shape;60;p8"/>
            <p:cNvSpPr/>
            <p:nvPr/>
          </p:nvSpPr>
          <p:spPr>
            <a:xfrm flipH="1">
              <a:off x="5402700" y="4876200"/>
              <a:ext cx="3741300" cy="267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1" name="Google Shape;61;p8"/>
            <p:cNvSpPr/>
            <p:nvPr/>
          </p:nvSpPr>
          <p:spPr>
            <a:xfrm rot="5400000" flipH="1">
              <a:off x="7655700" y="1346250"/>
              <a:ext cx="28428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2"/>
        <p:cNvGrpSpPr/>
        <p:nvPr/>
      </p:nvGrpSpPr>
      <p:grpSpPr>
        <a:xfrm>
          <a:off x="0" y="0"/>
          <a:ext cx="0" cy="0"/>
          <a:chOff x="0" y="0"/>
          <a:chExt cx="0" cy="0"/>
        </a:xfrm>
      </p:grpSpPr>
      <p:sp>
        <p:nvSpPr>
          <p:cNvPr id="63" name="Google Shape;63;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15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64" name="Google Shape;64;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grpSp>
        <p:nvGrpSpPr>
          <p:cNvPr id="65" name="Google Shape;65;p9"/>
          <p:cNvGrpSpPr/>
          <p:nvPr/>
        </p:nvGrpSpPr>
        <p:grpSpPr>
          <a:xfrm>
            <a:off x="-11" y="-8250"/>
            <a:ext cx="9144011" cy="5151750"/>
            <a:chOff x="-11" y="-8250"/>
            <a:chExt cx="9144011" cy="5151750"/>
          </a:xfrm>
        </p:grpSpPr>
        <p:sp>
          <p:nvSpPr>
            <p:cNvPr id="66" name="Google Shape;66;p9"/>
            <p:cNvSpPr/>
            <p:nvPr/>
          </p:nvSpPr>
          <p:spPr>
            <a:xfrm rot="10800000" flipH="1">
              <a:off x="-11" y="138150"/>
              <a:ext cx="18282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7" name="Google Shape;67;p9"/>
            <p:cNvSpPr/>
            <p:nvPr/>
          </p:nvSpPr>
          <p:spPr>
            <a:xfrm rot="5400000" flipH="1">
              <a:off x="-1185311" y="3552600"/>
              <a:ext cx="2776200" cy="405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8" name="Google Shape;68;p9"/>
            <p:cNvSpPr/>
            <p:nvPr/>
          </p:nvSpPr>
          <p:spPr>
            <a:xfrm flipH="1">
              <a:off x="5402700" y="4876200"/>
              <a:ext cx="3741300" cy="267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9" name="Google Shape;69;p9"/>
            <p:cNvSpPr/>
            <p:nvPr/>
          </p:nvSpPr>
          <p:spPr>
            <a:xfrm rot="5400000" flipH="1">
              <a:off x="7655700" y="1346250"/>
              <a:ext cx="28428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a:spLocks noGrp="1"/>
          </p:cNvSpPr>
          <p:nvPr>
            <p:ph type="pic" idx="2"/>
          </p:nvPr>
        </p:nvSpPr>
        <p:spPr>
          <a:xfrm>
            <a:off x="-22375" y="0"/>
            <a:ext cx="9166500" cy="5143500"/>
          </a:xfrm>
          <a:prstGeom prst="rect">
            <a:avLst/>
          </a:prstGeom>
          <a:noFill/>
          <a:ln>
            <a:noFill/>
          </a:ln>
        </p:spPr>
      </p:sp>
      <p:sp>
        <p:nvSpPr>
          <p:cNvPr id="72" name="Google Shape;72;p10"/>
          <p:cNvSpPr txBox="1">
            <a:spLocks noGrp="1"/>
          </p:cNvSpPr>
          <p:nvPr>
            <p:ph type="title"/>
          </p:nvPr>
        </p:nvSpPr>
        <p:spPr>
          <a:xfrm>
            <a:off x="720000" y="4014450"/>
            <a:ext cx="7704000" cy="572700"/>
          </a:xfrm>
          <a:prstGeom prst="rect">
            <a:avLst/>
          </a:prstGeom>
          <a:solidFill>
            <a:schemeClr val="accent1"/>
          </a:solidFill>
        </p:spPr>
        <p:txBody>
          <a:bodyPr spcFirstLastPara="1" wrap="square" lIns="91425" tIns="91425" rIns="91425" bIns="91425" anchor="t" anchorCtr="0">
            <a:noAutofit/>
          </a:bodyPr>
          <a:lstStyle>
            <a:lvl1pPr lvl="0" algn="ctr" rtl="0">
              <a:spcBef>
                <a:spcPts val="0"/>
              </a:spcBef>
              <a:spcAft>
                <a:spcPts val="0"/>
              </a:spcAft>
              <a:buClr>
                <a:schemeClr val="accent2"/>
              </a:buClr>
              <a:buSzPts val="3500"/>
              <a:buNone/>
              <a:defRPr>
                <a:solidFill>
                  <a:schemeClr val="accent2"/>
                </a:solidFill>
              </a:defRPr>
            </a:lvl1pPr>
            <a:lvl2pPr lvl="1" algn="ctr" rtl="0">
              <a:spcBef>
                <a:spcPts val="0"/>
              </a:spcBef>
              <a:spcAft>
                <a:spcPts val="0"/>
              </a:spcAft>
              <a:buClr>
                <a:schemeClr val="accent2"/>
              </a:buClr>
              <a:buSzPts val="3500"/>
              <a:buNone/>
              <a:defRPr>
                <a:solidFill>
                  <a:schemeClr val="accent2"/>
                </a:solidFill>
              </a:defRPr>
            </a:lvl2pPr>
            <a:lvl3pPr lvl="2" algn="ctr" rtl="0">
              <a:spcBef>
                <a:spcPts val="0"/>
              </a:spcBef>
              <a:spcAft>
                <a:spcPts val="0"/>
              </a:spcAft>
              <a:buClr>
                <a:schemeClr val="accent2"/>
              </a:buClr>
              <a:buSzPts val="3500"/>
              <a:buNone/>
              <a:defRPr>
                <a:solidFill>
                  <a:schemeClr val="accent2"/>
                </a:solidFill>
              </a:defRPr>
            </a:lvl3pPr>
            <a:lvl4pPr lvl="3" algn="ctr" rtl="0">
              <a:spcBef>
                <a:spcPts val="0"/>
              </a:spcBef>
              <a:spcAft>
                <a:spcPts val="0"/>
              </a:spcAft>
              <a:buClr>
                <a:schemeClr val="accent2"/>
              </a:buClr>
              <a:buSzPts val="3500"/>
              <a:buNone/>
              <a:defRPr>
                <a:solidFill>
                  <a:schemeClr val="accent2"/>
                </a:solidFill>
              </a:defRPr>
            </a:lvl4pPr>
            <a:lvl5pPr lvl="4" algn="ctr" rtl="0">
              <a:spcBef>
                <a:spcPts val="0"/>
              </a:spcBef>
              <a:spcAft>
                <a:spcPts val="0"/>
              </a:spcAft>
              <a:buClr>
                <a:schemeClr val="accent2"/>
              </a:buClr>
              <a:buSzPts val="3500"/>
              <a:buNone/>
              <a:defRPr>
                <a:solidFill>
                  <a:schemeClr val="accent2"/>
                </a:solidFill>
              </a:defRPr>
            </a:lvl5pPr>
            <a:lvl6pPr lvl="5" algn="ctr" rtl="0">
              <a:spcBef>
                <a:spcPts val="0"/>
              </a:spcBef>
              <a:spcAft>
                <a:spcPts val="0"/>
              </a:spcAft>
              <a:buClr>
                <a:schemeClr val="accent2"/>
              </a:buClr>
              <a:buSzPts val="3500"/>
              <a:buNone/>
              <a:defRPr>
                <a:solidFill>
                  <a:schemeClr val="accent2"/>
                </a:solidFill>
              </a:defRPr>
            </a:lvl6pPr>
            <a:lvl7pPr lvl="6" algn="ctr" rtl="0">
              <a:spcBef>
                <a:spcPts val="0"/>
              </a:spcBef>
              <a:spcAft>
                <a:spcPts val="0"/>
              </a:spcAft>
              <a:buClr>
                <a:schemeClr val="accent2"/>
              </a:buClr>
              <a:buSzPts val="3500"/>
              <a:buNone/>
              <a:defRPr>
                <a:solidFill>
                  <a:schemeClr val="accent2"/>
                </a:solidFill>
              </a:defRPr>
            </a:lvl7pPr>
            <a:lvl8pPr lvl="7" algn="ctr" rtl="0">
              <a:spcBef>
                <a:spcPts val="0"/>
              </a:spcBef>
              <a:spcAft>
                <a:spcPts val="0"/>
              </a:spcAft>
              <a:buClr>
                <a:schemeClr val="accent2"/>
              </a:buClr>
              <a:buSzPts val="3500"/>
              <a:buNone/>
              <a:defRPr>
                <a:solidFill>
                  <a:schemeClr val="accent2"/>
                </a:solidFill>
              </a:defRPr>
            </a:lvl8pPr>
            <a:lvl9pPr lvl="8" algn="ctr" rtl="0">
              <a:spcBef>
                <a:spcPts val="0"/>
              </a:spcBef>
              <a:spcAft>
                <a:spcPts val="0"/>
              </a:spcAft>
              <a:buClr>
                <a:schemeClr val="accent2"/>
              </a:buClr>
              <a:buSzPts val="3500"/>
              <a:buNone/>
              <a:defRPr>
                <a:solidFill>
                  <a:schemeClr val="accent2"/>
                </a:solidFil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3"/>
        <p:cNvGrpSpPr/>
        <p:nvPr/>
      </p:nvGrpSpPr>
      <p:grpSpPr>
        <a:xfrm>
          <a:off x="0" y="0"/>
          <a:ext cx="0" cy="0"/>
          <a:chOff x="0" y="0"/>
          <a:chExt cx="0" cy="0"/>
        </a:xfrm>
      </p:grpSpPr>
      <p:sp>
        <p:nvSpPr>
          <p:cNvPr id="74" name="Google Shape;74;p11"/>
          <p:cNvSpPr txBox="1">
            <a:spLocks noGrp="1"/>
          </p:cNvSpPr>
          <p:nvPr>
            <p:ph type="title" hasCustomPrompt="1"/>
          </p:nvPr>
        </p:nvSpPr>
        <p:spPr>
          <a:xfrm>
            <a:off x="1383575" y="1818950"/>
            <a:ext cx="6376800" cy="10083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5" name="Google Shape;75;p11"/>
          <p:cNvSpPr txBox="1">
            <a:spLocks noGrp="1"/>
          </p:cNvSpPr>
          <p:nvPr>
            <p:ph type="subTitle" idx="1"/>
          </p:nvPr>
        </p:nvSpPr>
        <p:spPr>
          <a:xfrm>
            <a:off x="1383575" y="2827475"/>
            <a:ext cx="63768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1600"/>
              </a:spcBef>
              <a:spcAft>
                <a:spcPts val="0"/>
              </a:spcAft>
              <a:buSzPts val="1600"/>
              <a:buNone/>
              <a:defRPr sz="1600"/>
            </a:lvl3pPr>
            <a:lvl4pPr lvl="3" algn="ctr" rtl="0">
              <a:lnSpc>
                <a:spcPct val="100000"/>
              </a:lnSpc>
              <a:spcBef>
                <a:spcPts val="1600"/>
              </a:spcBef>
              <a:spcAft>
                <a:spcPts val="0"/>
              </a:spcAft>
              <a:buSzPts val="1600"/>
              <a:buNone/>
              <a:defRPr sz="1600"/>
            </a:lvl4pPr>
            <a:lvl5pPr lvl="4" algn="ctr" rtl="0">
              <a:lnSpc>
                <a:spcPct val="100000"/>
              </a:lnSpc>
              <a:spcBef>
                <a:spcPts val="1600"/>
              </a:spcBef>
              <a:spcAft>
                <a:spcPts val="0"/>
              </a:spcAft>
              <a:buSzPts val="1600"/>
              <a:buNone/>
              <a:defRPr sz="1600"/>
            </a:lvl5pPr>
            <a:lvl6pPr lvl="5" algn="ctr" rtl="0">
              <a:lnSpc>
                <a:spcPct val="100000"/>
              </a:lnSpc>
              <a:spcBef>
                <a:spcPts val="1600"/>
              </a:spcBef>
              <a:spcAft>
                <a:spcPts val="0"/>
              </a:spcAft>
              <a:buSzPts val="1600"/>
              <a:buNone/>
              <a:defRPr sz="1600"/>
            </a:lvl6pPr>
            <a:lvl7pPr lvl="6" algn="ctr" rtl="0">
              <a:lnSpc>
                <a:spcPct val="100000"/>
              </a:lnSpc>
              <a:spcBef>
                <a:spcPts val="1600"/>
              </a:spcBef>
              <a:spcAft>
                <a:spcPts val="0"/>
              </a:spcAft>
              <a:buSzPts val="1600"/>
              <a:buNone/>
              <a:defRPr sz="1600"/>
            </a:lvl7pPr>
            <a:lvl8pPr lvl="7" algn="ctr" rtl="0">
              <a:lnSpc>
                <a:spcPct val="100000"/>
              </a:lnSpc>
              <a:spcBef>
                <a:spcPts val="1600"/>
              </a:spcBef>
              <a:spcAft>
                <a:spcPts val="0"/>
              </a:spcAft>
              <a:buSzPts val="1600"/>
              <a:buNone/>
              <a:defRPr sz="1600"/>
            </a:lvl8pPr>
            <a:lvl9pPr lvl="8" algn="ctr" rtl="0">
              <a:lnSpc>
                <a:spcPct val="100000"/>
              </a:lnSpc>
              <a:spcBef>
                <a:spcPts val="1600"/>
              </a:spcBef>
              <a:spcAft>
                <a:spcPts val="1600"/>
              </a:spcAft>
              <a:buSzPts val="1600"/>
              <a:buNone/>
              <a:defRPr sz="1600"/>
            </a:lvl9pPr>
          </a:lstStyle>
          <a:p>
            <a:endParaRPr/>
          </a:p>
        </p:txBody>
      </p:sp>
      <p:grpSp>
        <p:nvGrpSpPr>
          <p:cNvPr id="76" name="Google Shape;76;p11"/>
          <p:cNvGrpSpPr/>
          <p:nvPr/>
        </p:nvGrpSpPr>
        <p:grpSpPr>
          <a:xfrm>
            <a:off x="579425" y="0"/>
            <a:ext cx="8564575" cy="5143500"/>
            <a:chOff x="579425" y="0"/>
            <a:chExt cx="8564575" cy="5143500"/>
          </a:xfrm>
        </p:grpSpPr>
        <p:sp>
          <p:nvSpPr>
            <p:cNvPr id="77" name="Google Shape;77;p11"/>
            <p:cNvSpPr/>
            <p:nvPr/>
          </p:nvSpPr>
          <p:spPr>
            <a:xfrm rot="-5400000" flipH="1">
              <a:off x="7288050" y="1450350"/>
              <a:ext cx="3306300" cy="405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78" name="Google Shape;78;p11"/>
            <p:cNvSpPr/>
            <p:nvPr/>
          </p:nvSpPr>
          <p:spPr>
            <a:xfrm rot="5400000" flipH="1">
              <a:off x="-267775" y="4162500"/>
              <a:ext cx="18282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80"/>
        <p:cNvGrpSpPr/>
        <p:nvPr/>
      </p:nvGrpSpPr>
      <p:grpSpPr>
        <a:xfrm>
          <a:off x="0" y="0"/>
          <a:ext cx="0" cy="0"/>
          <a:chOff x="0" y="0"/>
          <a:chExt cx="0" cy="0"/>
        </a:xfrm>
      </p:grpSpPr>
      <p:sp>
        <p:nvSpPr>
          <p:cNvPr id="81" name="Google Shape;81;p13"/>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2" name="Google Shape;82;p13"/>
          <p:cNvSpPr txBox="1">
            <a:spLocks noGrp="1"/>
          </p:cNvSpPr>
          <p:nvPr>
            <p:ph type="title" idx="2" hasCustomPrompt="1"/>
          </p:nvPr>
        </p:nvSpPr>
        <p:spPr>
          <a:xfrm>
            <a:off x="720000" y="1761328"/>
            <a:ext cx="834300" cy="457200"/>
          </a:xfrm>
          <a:prstGeom prst="rect">
            <a:avLst/>
          </a:prstGeom>
          <a:solidFill>
            <a:schemeClr val="accent3"/>
          </a:solid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3" name="Google Shape;83;p13"/>
          <p:cNvSpPr txBox="1">
            <a:spLocks noGrp="1"/>
          </p:cNvSpPr>
          <p:nvPr>
            <p:ph type="subTitle" idx="1"/>
          </p:nvPr>
        </p:nvSpPr>
        <p:spPr>
          <a:xfrm>
            <a:off x="1554405" y="1761325"/>
            <a:ext cx="2940300" cy="457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Rubik SemiBold"/>
              <a:buNone/>
              <a:defRPr sz="2400">
                <a:solidFill>
                  <a:schemeClr val="dk1"/>
                </a:solidFill>
                <a:latin typeface="Rubik SemiBold"/>
                <a:ea typeface="Rubik SemiBold"/>
                <a:cs typeface="Rubik SemiBold"/>
                <a:sym typeface="Rubik SemiBold"/>
              </a:defRPr>
            </a:lvl1pPr>
            <a:lvl2pPr lvl="1"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2pPr>
            <a:lvl3pPr lvl="2"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3pPr>
            <a:lvl4pPr lvl="3"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4pPr>
            <a:lvl5pPr lvl="4"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5pPr>
            <a:lvl6pPr lvl="5"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6pPr>
            <a:lvl7pPr lvl="6"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7pPr>
            <a:lvl8pPr lvl="7"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8pPr>
            <a:lvl9pPr lvl="8"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9pPr>
          </a:lstStyle>
          <a:p>
            <a:endParaRPr/>
          </a:p>
        </p:txBody>
      </p:sp>
      <p:sp>
        <p:nvSpPr>
          <p:cNvPr id="84" name="Google Shape;84;p13"/>
          <p:cNvSpPr txBox="1">
            <a:spLocks noGrp="1"/>
          </p:cNvSpPr>
          <p:nvPr>
            <p:ph type="title" idx="3" hasCustomPrompt="1"/>
          </p:nvPr>
        </p:nvSpPr>
        <p:spPr>
          <a:xfrm>
            <a:off x="4649257" y="1761328"/>
            <a:ext cx="834300" cy="457200"/>
          </a:xfrm>
          <a:prstGeom prst="rect">
            <a:avLst/>
          </a:prstGeom>
          <a:solidFill>
            <a:schemeClr val="accent3"/>
          </a:solid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5" name="Google Shape;85;p13"/>
          <p:cNvSpPr txBox="1">
            <a:spLocks noGrp="1"/>
          </p:cNvSpPr>
          <p:nvPr>
            <p:ph type="subTitle" idx="4"/>
          </p:nvPr>
        </p:nvSpPr>
        <p:spPr>
          <a:xfrm>
            <a:off x="5483665" y="1761325"/>
            <a:ext cx="2940300" cy="457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Rubik SemiBold"/>
              <a:buNone/>
              <a:defRPr sz="2400">
                <a:solidFill>
                  <a:schemeClr val="dk1"/>
                </a:solidFill>
                <a:latin typeface="Rubik SemiBold"/>
                <a:ea typeface="Rubik SemiBold"/>
                <a:cs typeface="Rubik SemiBold"/>
                <a:sym typeface="Rubik SemiBold"/>
              </a:defRPr>
            </a:lvl1pPr>
            <a:lvl2pPr lvl="1"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2pPr>
            <a:lvl3pPr lvl="2"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3pPr>
            <a:lvl4pPr lvl="3"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4pPr>
            <a:lvl5pPr lvl="4"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5pPr>
            <a:lvl6pPr lvl="5"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6pPr>
            <a:lvl7pPr lvl="6"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7pPr>
            <a:lvl8pPr lvl="7"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8pPr>
            <a:lvl9pPr lvl="8"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9pPr>
          </a:lstStyle>
          <a:p>
            <a:endParaRPr/>
          </a:p>
        </p:txBody>
      </p:sp>
      <p:sp>
        <p:nvSpPr>
          <p:cNvPr id="86" name="Google Shape;86;p13"/>
          <p:cNvSpPr txBox="1">
            <a:spLocks noGrp="1"/>
          </p:cNvSpPr>
          <p:nvPr>
            <p:ph type="title" idx="5" hasCustomPrompt="1"/>
          </p:nvPr>
        </p:nvSpPr>
        <p:spPr>
          <a:xfrm>
            <a:off x="720000" y="2585001"/>
            <a:ext cx="834300" cy="457200"/>
          </a:xfrm>
          <a:prstGeom prst="rect">
            <a:avLst/>
          </a:prstGeom>
          <a:solidFill>
            <a:schemeClr val="accent3"/>
          </a:solid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7" name="Google Shape;87;p13"/>
          <p:cNvSpPr txBox="1">
            <a:spLocks noGrp="1"/>
          </p:cNvSpPr>
          <p:nvPr>
            <p:ph type="subTitle" idx="6"/>
          </p:nvPr>
        </p:nvSpPr>
        <p:spPr>
          <a:xfrm>
            <a:off x="1554405" y="2585000"/>
            <a:ext cx="2940300" cy="457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Rubik SemiBold"/>
              <a:buNone/>
              <a:defRPr sz="2400">
                <a:solidFill>
                  <a:schemeClr val="dk1"/>
                </a:solidFill>
                <a:latin typeface="Rubik SemiBold"/>
                <a:ea typeface="Rubik SemiBold"/>
                <a:cs typeface="Rubik SemiBold"/>
                <a:sym typeface="Rubik SemiBold"/>
              </a:defRPr>
            </a:lvl1pPr>
            <a:lvl2pPr lvl="1"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2pPr>
            <a:lvl3pPr lvl="2"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3pPr>
            <a:lvl4pPr lvl="3"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4pPr>
            <a:lvl5pPr lvl="4"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5pPr>
            <a:lvl6pPr lvl="5"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6pPr>
            <a:lvl7pPr lvl="6"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7pPr>
            <a:lvl8pPr lvl="7"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8pPr>
            <a:lvl9pPr lvl="8"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9pPr>
          </a:lstStyle>
          <a:p>
            <a:endParaRPr/>
          </a:p>
        </p:txBody>
      </p:sp>
      <p:sp>
        <p:nvSpPr>
          <p:cNvPr id="88" name="Google Shape;88;p13"/>
          <p:cNvSpPr txBox="1">
            <a:spLocks noGrp="1"/>
          </p:cNvSpPr>
          <p:nvPr>
            <p:ph type="title" idx="7" hasCustomPrompt="1"/>
          </p:nvPr>
        </p:nvSpPr>
        <p:spPr>
          <a:xfrm>
            <a:off x="4649257" y="2585001"/>
            <a:ext cx="834300" cy="457200"/>
          </a:xfrm>
          <a:prstGeom prst="rect">
            <a:avLst/>
          </a:prstGeom>
          <a:solidFill>
            <a:schemeClr val="accent3"/>
          </a:solid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9" name="Google Shape;89;p13"/>
          <p:cNvSpPr txBox="1">
            <a:spLocks noGrp="1"/>
          </p:cNvSpPr>
          <p:nvPr>
            <p:ph type="subTitle" idx="8"/>
          </p:nvPr>
        </p:nvSpPr>
        <p:spPr>
          <a:xfrm>
            <a:off x="5483665" y="2585000"/>
            <a:ext cx="2940300" cy="457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Rubik SemiBold"/>
              <a:buNone/>
              <a:defRPr sz="2400">
                <a:solidFill>
                  <a:schemeClr val="dk1"/>
                </a:solidFill>
                <a:latin typeface="Rubik SemiBold"/>
                <a:ea typeface="Rubik SemiBold"/>
                <a:cs typeface="Rubik SemiBold"/>
                <a:sym typeface="Rubik SemiBold"/>
              </a:defRPr>
            </a:lvl1pPr>
            <a:lvl2pPr lvl="1"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2pPr>
            <a:lvl3pPr lvl="2"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3pPr>
            <a:lvl4pPr lvl="3"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4pPr>
            <a:lvl5pPr lvl="4"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5pPr>
            <a:lvl6pPr lvl="5"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6pPr>
            <a:lvl7pPr lvl="6"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7pPr>
            <a:lvl8pPr lvl="7"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8pPr>
            <a:lvl9pPr lvl="8"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9pPr>
          </a:lstStyle>
          <a:p>
            <a:endParaRPr/>
          </a:p>
        </p:txBody>
      </p:sp>
      <p:sp>
        <p:nvSpPr>
          <p:cNvPr id="90" name="Google Shape;90;p13"/>
          <p:cNvSpPr txBox="1">
            <a:spLocks noGrp="1"/>
          </p:cNvSpPr>
          <p:nvPr>
            <p:ph type="title" idx="9" hasCustomPrompt="1"/>
          </p:nvPr>
        </p:nvSpPr>
        <p:spPr>
          <a:xfrm>
            <a:off x="720000" y="3408675"/>
            <a:ext cx="834300" cy="457200"/>
          </a:xfrm>
          <a:prstGeom prst="rect">
            <a:avLst/>
          </a:prstGeom>
          <a:solidFill>
            <a:schemeClr val="accent3"/>
          </a:solid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1" name="Google Shape;91;p13"/>
          <p:cNvSpPr txBox="1">
            <a:spLocks noGrp="1"/>
          </p:cNvSpPr>
          <p:nvPr>
            <p:ph type="subTitle" idx="13"/>
          </p:nvPr>
        </p:nvSpPr>
        <p:spPr>
          <a:xfrm>
            <a:off x="1554405" y="3408674"/>
            <a:ext cx="2940300" cy="457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Rubik SemiBold"/>
              <a:buNone/>
              <a:defRPr sz="2400">
                <a:solidFill>
                  <a:schemeClr val="dk1"/>
                </a:solidFill>
                <a:latin typeface="Rubik SemiBold"/>
                <a:ea typeface="Rubik SemiBold"/>
                <a:cs typeface="Rubik SemiBold"/>
                <a:sym typeface="Rubik SemiBold"/>
              </a:defRPr>
            </a:lvl1pPr>
            <a:lvl2pPr lvl="1"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2pPr>
            <a:lvl3pPr lvl="2"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3pPr>
            <a:lvl4pPr lvl="3"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4pPr>
            <a:lvl5pPr lvl="4"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5pPr>
            <a:lvl6pPr lvl="5"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6pPr>
            <a:lvl7pPr lvl="6"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7pPr>
            <a:lvl8pPr lvl="7"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8pPr>
            <a:lvl9pPr lvl="8"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9pPr>
          </a:lstStyle>
          <a:p>
            <a:endParaRPr/>
          </a:p>
        </p:txBody>
      </p:sp>
      <p:sp>
        <p:nvSpPr>
          <p:cNvPr id="92" name="Google Shape;92;p13"/>
          <p:cNvSpPr txBox="1">
            <a:spLocks noGrp="1"/>
          </p:cNvSpPr>
          <p:nvPr>
            <p:ph type="title" idx="14" hasCustomPrompt="1"/>
          </p:nvPr>
        </p:nvSpPr>
        <p:spPr>
          <a:xfrm>
            <a:off x="4649257" y="3408675"/>
            <a:ext cx="834300" cy="457200"/>
          </a:xfrm>
          <a:prstGeom prst="rect">
            <a:avLst/>
          </a:prstGeom>
          <a:solidFill>
            <a:schemeClr val="accent3"/>
          </a:solid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3" name="Google Shape;93;p13"/>
          <p:cNvSpPr txBox="1">
            <a:spLocks noGrp="1"/>
          </p:cNvSpPr>
          <p:nvPr>
            <p:ph type="subTitle" idx="15"/>
          </p:nvPr>
        </p:nvSpPr>
        <p:spPr>
          <a:xfrm>
            <a:off x="5483665" y="3408674"/>
            <a:ext cx="2940300" cy="457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Rubik SemiBold"/>
              <a:buNone/>
              <a:defRPr sz="2400">
                <a:solidFill>
                  <a:schemeClr val="dk1"/>
                </a:solidFill>
                <a:latin typeface="Rubik SemiBold"/>
                <a:ea typeface="Rubik SemiBold"/>
                <a:cs typeface="Rubik SemiBold"/>
                <a:sym typeface="Rubik SemiBold"/>
              </a:defRPr>
            </a:lvl1pPr>
            <a:lvl2pPr lvl="1"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2pPr>
            <a:lvl3pPr lvl="2"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3pPr>
            <a:lvl4pPr lvl="3"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4pPr>
            <a:lvl5pPr lvl="4"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5pPr>
            <a:lvl6pPr lvl="5"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6pPr>
            <a:lvl7pPr lvl="6"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7pPr>
            <a:lvl8pPr lvl="7"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8pPr>
            <a:lvl9pPr lvl="8"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9pPr>
          </a:lstStyle>
          <a:p>
            <a:endParaRPr/>
          </a:p>
        </p:txBody>
      </p:sp>
      <p:grpSp>
        <p:nvGrpSpPr>
          <p:cNvPr id="94" name="Google Shape;94;p13"/>
          <p:cNvGrpSpPr/>
          <p:nvPr/>
        </p:nvGrpSpPr>
        <p:grpSpPr>
          <a:xfrm>
            <a:off x="-11" y="0"/>
            <a:ext cx="9144011" cy="5143500"/>
            <a:chOff x="-11" y="0"/>
            <a:chExt cx="9144011" cy="5143500"/>
          </a:xfrm>
        </p:grpSpPr>
        <p:sp>
          <p:nvSpPr>
            <p:cNvPr id="95" name="Google Shape;95;p13"/>
            <p:cNvSpPr/>
            <p:nvPr/>
          </p:nvSpPr>
          <p:spPr>
            <a:xfrm rot="-5400000">
              <a:off x="7553100" y="3552600"/>
              <a:ext cx="2776200" cy="405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6" name="Google Shape;96;p13"/>
            <p:cNvSpPr/>
            <p:nvPr/>
          </p:nvSpPr>
          <p:spPr>
            <a:xfrm>
              <a:off x="-11" y="4876200"/>
              <a:ext cx="3741300" cy="267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7" name="Google Shape;97;p13"/>
            <p:cNvSpPr/>
            <p:nvPr/>
          </p:nvSpPr>
          <p:spPr>
            <a:xfrm>
              <a:off x="6785375" y="138150"/>
              <a:ext cx="2358600" cy="133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8" name="Google Shape;98;p13"/>
            <p:cNvSpPr/>
            <p:nvPr/>
          </p:nvSpPr>
          <p:spPr>
            <a:xfrm rot="5400000">
              <a:off x="-847200" y="847200"/>
              <a:ext cx="18282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Shape 99"/>
        <p:cNvGrpSpPr/>
        <p:nvPr/>
      </p:nvGrpSpPr>
      <p:grpSpPr>
        <a:xfrm>
          <a:off x="0" y="0"/>
          <a:ext cx="0" cy="0"/>
          <a:chOff x="0" y="0"/>
          <a:chExt cx="0" cy="0"/>
        </a:xfrm>
      </p:grpSpPr>
      <p:sp>
        <p:nvSpPr>
          <p:cNvPr id="100" name="Google Shape;100;p14"/>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01" name="Google Shape;101;p14"/>
          <p:cNvGrpSpPr/>
          <p:nvPr/>
        </p:nvGrpSpPr>
        <p:grpSpPr>
          <a:xfrm>
            <a:off x="0" y="0"/>
            <a:ext cx="9144000" cy="5143500"/>
            <a:chOff x="0" y="0"/>
            <a:chExt cx="9144000" cy="5143500"/>
          </a:xfrm>
        </p:grpSpPr>
        <p:sp>
          <p:nvSpPr>
            <p:cNvPr id="102" name="Google Shape;102;p14"/>
            <p:cNvSpPr/>
            <p:nvPr/>
          </p:nvSpPr>
          <p:spPr>
            <a:xfrm rot="-5400000">
              <a:off x="7553100" y="3552600"/>
              <a:ext cx="2776200" cy="405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03" name="Google Shape;103;p14"/>
            <p:cNvSpPr/>
            <p:nvPr/>
          </p:nvSpPr>
          <p:spPr>
            <a:xfrm>
              <a:off x="713214" y="4876200"/>
              <a:ext cx="3741300" cy="267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04" name="Google Shape;104;p14"/>
            <p:cNvSpPr/>
            <p:nvPr/>
          </p:nvSpPr>
          <p:spPr>
            <a:xfrm>
              <a:off x="8583300" y="138150"/>
              <a:ext cx="5607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05" name="Google Shape;105;p14"/>
            <p:cNvSpPr/>
            <p:nvPr/>
          </p:nvSpPr>
          <p:spPr>
            <a:xfrm rot="5400000">
              <a:off x="-847200" y="847200"/>
              <a:ext cx="18282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2">
  <p:cSld name="CUSTOM_10_1">
    <p:spTree>
      <p:nvGrpSpPr>
        <p:cNvPr id="1" name="Shape 106"/>
        <p:cNvGrpSpPr/>
        <p:nvPr/>
      </p:nvGrpSpPr>
      <p:grpSpPr>
        <a:xfrm>
          <a:off x="0" y="0"/>
          <a:ext cx="0" cy="0"/>
          <a:chOff x="0" y="0"/>
          <a:chExt cx="0" cy="0"/>
        </a:xfrm>
      </p:grpSpPr>
      <p:sp>
        <p:nvSpPr>
          <p:cNvPr id="107" name="Google Shape;107;p15"/>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08" name="Google Shape;108;p15"/>
          <p:cNvGrpSpPr/>
          <p:nvPr/>
        </p:nvGrpSpPr>
        <p:grpSpPr>
          <a:xfrm>
            <a:off x="-11" y="-8400"/>
            <a:ext cx="9077100" cy="5151900"/>
            <a:chOff x="-11" y="-8400"/>
            <a:chExt cx="9077100" cy="5151900"/>
          </a:xfrm>
        </p:grpSpPr>
        <p:sp>
          <p:nvSpPr>
            <p:cNvPr id="109" name="Google Shape;109;p15"/>
            <p:cNvSpPr/>
            <p:nvPr/>
          </p:nvSpPr>
          <p:spPr>
            <a:xfrm rot="10800000" flipH="1">
              <a:off x="-11" y="138150"/>
              <a:ext cx="18282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10" name="Google Shape;110;p15"/>
            <p:cNvSpPr/>
            <p:nvPr/>
          </p:nvSpPr>
          <p:spPr>
            <a:xfrm rot="5400000" flipH="1">
              <a:off x="-1185311" y="3552600"/>
              <a:ext cx="2776200" cy="405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11" name="Google Shape;111;p15"/>
            <p:cNvSpPr/>
            <p:nvPr/>
          </p:nvSpPr>
          <p:spPr>
            <a:xfrm flipH="1">
              <a:off x="4689475" y="4876200"/>
              <a:ext cx="3741300" cy="267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12" name="Google Shape;112;p15"/>
            <p:cNvSpPr/>
            <p:nvPr/>
          </p:nvSpPr>
          <p:spPr>
            <a:xfrm rot="5400000" flipH="1">
              <a:off x="8729839" y="205050"/>
              <a:ext cx="5607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3">
  <p:cSld name="CUSTOM_10_1_1">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15" name="Google Shape;115;p16"/>
          <p:cNvGrpSpPr/>
          <p:nvPr/>
        </p:nvGrpSpPr>
        <p:grpSpPr>
          <a:xfrm>
            <a:off x="-11" y="0"/>
            <a:ext cx="9144011" cy="5143500"/>
            <a:chOff x="-11" y="0"/>
            <a:chExt cx="9144011" cy="5143500"/>
          </a:xfrm>
        </p:grpSpPr>
        <p:sp>
          <p:nvSpPr>
            <p:cNvPr id="116" name="Google Shape;116;p16"/>
            <p:cNvSpPr/>
            <p:nvPr/>
          </p:nvSpPr>
          <p:spPr>
            <a:xfrm rot="-5400000" flipH="1">
              <a:off x="7553100" y="1185300"/>
              <a:ext cx="2776200" cy="405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17" name="Google Shape;117;p16"/>
            <p:cNvSpPr/>
            <p:nvPr/>
          </p:nvSpPr>
          <p:spPr>
            <a:xfrm rot="10800000" flipH="1">
              <a:off x="-11" y="0"/>
              <a:ext cx="3741300" cy="267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18" name="Google Shape;118;p16"/>
            <p:cNvSpPr/>
            <p:nvPr/>
          </p:nvSpPr>
          <p:spPr>
            <a:xfrm rot="10800000" flipH="1">
              <a:off x="8583300" y="4871550"/>
              <a:ext cx="5607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19" name="Google Shape;119;p16"/>
            <p:cNvSpPr/>
            <p:nvPr/>
          </p:nvSpPr>
          <p:spPr>
            <a:xfrm rot="5400000" flipH="1">
              <a:off x="-847200" y="4162500"/>
              <a:ext cx="18282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20"/>
        <p:cNvGrpSpPr/>
        <p:nvPr/>
      </p:nvGrpSpPr>
      <p:grpSpPr>
        <a:xfrm>
          <a:off x="0" y="0"/>
          <a:ext cx="0" cy="0"/>
          <a:chOff x="0" y="0"/>
          <a:chExt cx="0" cy="0"/>
        </a:xfrm>
      </p:grpSpPr>
      <p:sp>
        <p:nvSpPr>
          <p:cNvPr id="121" name="Google Shape;121;p17"/>
          <p:cNvSpPr txBox="1">
            <a:spLocks noGrp="1"/>
          </p:cNvSpPr>
          <p:nvPr>
            <p:ph type="title"/>
          </p:nvPr>
        </p:nvSpPr>
        <p:spPr>
          <a:xfrm>
            <a:off x="1513500" y="2998016"/>
            <a:ext cx="6117000" cy="5319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24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22" name="Google Shape;122;p17"/>
          <p:cNvSpPr txBox="1">
            <a:spLocks noGrp="1"/>
          </p:cNvSpPr>
          <p:nvPr>
            <p:ph type="subTitle" idx="1"/>
          </p:nvPr>
        </p:nvSpPr>
        <p:spPr>
          <a:xfrm>
            <a:off x="1513500" y="1613588"/>
            <a:ext cx="6117000" cy="1478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3000"/>
              <a:buNone/>
              <a:defRPr sz="2400"/>
            </a:lvl1pPr>
            <a:lvl2pPr lvl="1" algn="ctr" rtl="0">
              <a:lnSpc>
                <a:spcPct val="100000"/>
              </a:lnSpc>
              <a:spcBef>
                <a:spcPts val="0"/>
              </a:spcBef>
              <a:spcAft>
                <a:spcPts val="0"/>
              </a:spcAft>
              <a:buSzPts val="3000"/>
              <a:buNone/>
              <a:defRPr sz="3000"/>
            </a:lvl2pPr>
            <a:lvl3pPr lvl="2" algn="ctr" rtl="0">
              <a:lnSpc>
                <a:spcPct val="100000"/>
              </a:lnSpc>
              <a:spcBef>
                <a:spcPts val="1600"/>
              </a:spcBef>
              <a:spcAft>
                <a:spcPts val="0"/>
              </a:spcAft>
              <a:buSzPts val="3000"/>
              <a:buNone/>
              <a:defRPr sz="3000"/>
            </a:lvl3pPr>
            <a:lvl4pPr lvl="3" algn="ctr" rtl="0">
              <a:lnSpc>
                <a:spcPct val="100000"/>
              </a:lnSpc>
              <a:spcBef>
                <a:spcPts val="1600"/>
              </a:spcBef>
              <a:spcAft>
                <a:spcPts val="0"/>
              </a:spcAft>
              <a:buSzPts val="3000"/>
              <a:buNone/>
              <a:defRPr sz="3000"/>
            </a:lvl4pPr>
            <a:lvl5pPr lvl="4" algn="ctr" rtl="0">
              <a:lnSpc>
                <a:spcPct val="100000"/>
              </a:lnSpc>
              <a:spcBef>
                <a:spcPts val="1600"/>
              </a:spcBef>
              <a:spcAft>
                <a:spcPts val="0"/>
              </a:spcAft>
              <a:buSzPts val="3000"/>
              <a:buNone/>
              <a:defRPr sz="3000"/>
            </a:lvl5pPr>
            <a:lvl6pPr lvl="5" algn="ctr" rtl="0">
              <a:lnSpc>
                <a:spcPct val="100000"/>
              </a:lnSpc>
              <a:spcBef>
                <a:spcPts val="1600"/>
              </a:spcBef>
              <a:spcAft>
                <a:spcPts val="0"/>
              </a:spcAft>
              <a:buSzPts val="3000"/>
              <a:buNone/>
              <a:defRPr sz="3000"/>
            </a:lvl6pPr>
            <a:lvl7pPr lvl="6" algn="ctr" rtl="0">
              <a:lnSpc>
                <a:spcPct val="100000"/>
              </a:lnSpc>
              <a:spcBef>
                <a:spcPts val="1600"/>
              </a:spcBef>
              <a:spcAft>
                <a:spcPts val="0"/>
              </a:spcAft>
              <a:buSzPts val="3000"/>
              <a:buNone/>
              <a:defRPr sz="3000"/>
            </a:lvl7pPr>
            <a:lvl8pPr lvl="7" algn="ctr" rtl="0">
              <a:lnSpc>
                <a:spcPct val="100000"/>
              </a:lnSpc>
              <a:spcBef>
                <a:spcPts val="1600"/>
              </a:spcBef>
              <a:spcAft>
                <a:spcPts val="0"/>
              </a:spcAft>
              <a:buSzPts val="3000"/>
              <a:buNone/>
              <a:defRPr sz="3000"/>
            </a:lvl8pPr>
            <a:lvl9pPr lvl="8" algn="ctr" rtl="0">
              <a:lnSpc>
                <a:spcPct val="100000"/>
              </a:lnSpc>
              <a:spcBef>
                <a:spcPts val="1600"/>
              </a:spcBef>
              <a:spcAft>
                <a:spcPts val="1600"/>
              </a:spcAft>
              <a:buSzPts val="3000"/>
              <a:buNone/>
              <a:defRPr sz="3000"/>
            </a:lvl9pPr>
          </a:lstStyle>
          <a:p>
            <a:endParaRPr/>
          </a:p>
        </p:txBody>
      </p:sp>
      <p:grpSp>
        <p:nvGrpSpPr>
          <p:cNvPr id="123" name="Google Shape;123;p17"/>
          <p:cNvGrpSpPr/>
          <p:nvPr/>
        </p:nvGrpSpPr>
        <p:grpSpPr>
          <a:xfrm>
            <a:off x="-11" y="0"/>
            <a:ext cx="9144011" cy="5143500"/>
            <a:chOff x="-11" y="0"/>
            <a:chExt cx="9144011" cy="5143500"/>
          </a:xfrm>
        </p:grpSpPr>
        <p:sp>
          <p:nvSpPr>
            <p:cNvPr id="124" name="Google Shape;124;p17"/>
            <p:cNvSpPr/>
            <p:nvPr/>
          </p:nvSpPr>
          <p:spPr>
            <a:xfrm rot="-5400000">
              <a:off x="7553100" y="3552600"/>
              <a:ext cx="2776200" cy="405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25" name="Google Shape;125;p17"/>
            <p:cNvSpPr/>
            <p:nvPr/>
          </p:nvSpPr>
          <p:spPr>
            <a:xfrm>
              <a:off x="-11" y="4876200"/>
              <a:ext cx="3741300" cy="267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26" name="Google Shape;126;p17"/>
            <p:cNvSpPr/>
            <p:nvPr/>
          </p:nvSpPr>
          <p:spPr>
            <a:xfrm>
              <a:off x="4370850" y="405700"/>
              <a:ext cx="4773000" cy="133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27" name="Google Shape;127;p17"/>
            <p:cNvSpPr/>
            <p:nvPr/>
          </p:nvSpPr>
          <p:spPr>
            <a:xfrm rot="5400000">
              <a:off x="-1169575" y="1749000"/>
              <a:ext cx="36318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p:cSld name="CUSTOM_4_1">
    <p:spTree>
      <p:nvGrpSpPr>
        <p:cNvPr id="1" name="Shape 128"/>
        <p:cNvGrpSpPr/>
        <p:nvPr/>
      </p:nvGrpSpPr>
      <p:grpSpPr>
        <a:xfrm>
          <a:off x="0" y="0"/>
          <a:ext cx="0" cy="0"/>
          <a:chOff x="0" y="0"/>
          <a:chExt cx="0" cy="0"/>
        </a:xfrm>
      </p:grpSpPr>
      <p:sp>
        <p:nvSpPr>
          <p:cNvPr id="129" name="Google Shape;129;p18"/>
          <p:cNvSpPr>
            <a:spLocks noGrp="1"/>
          </p:cNvSpPr>
          <p:nvPr>
            <p:ph type="pic" idx="2"/>
          </p:nvPr>
        </p:nvSpPr>
        <p:spPr>
          <a:xfrm>
            <a:off x="713150" y="539500"/>
            <a:ext cx="2517600" cy="2591400"/>
          </a:xfrm>
          <a:prstGeom prst="rect">
            <a:avLst/>
          </a:prstGeom>
          <a:noFill/>
          <a:ln>
            <a:noFill/>
          </a:ln>
        </p:spPr>
      </p:sp>
      <p:sp>
        <p:nvSpPr>
          <p:cNvPr id="130" name="Google Shape;130;p18"/>
          <p:cNvSpPr txBox="1">
            <a:spLocks noGrp="1"/>
          </p:cNvSpPr>
          <p:nvPr>
            <p:ph type="subTitle" idx="1"/>
          </p:nvPr>
        </p:nvSpPr>
        <p:spPr>
          <a:xfrm>
            <a:off x="715100" y="3973414"/>
            <a:ext cx="4859100" cy="558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131" name="Google Shape;131;p18"/>
          <p:cNvSpPr txBox="1">
            <a:spLocks noGrp="1"/>
          </p:cNvSpPr>
          <p:nvPr>
            <p:ph type="title"/>
          </p:nvPr>
        </p:nvSpPr>
        <p:spPr>
          <a:xfrm>
            <a:off x="715100" y="3259500"/>
            <a:ext cx="4859100" cy="7506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32" name="Google Shape;132;p18"/>
          <p:cNvSpPr>
            <a:spLocks noGrp="1"/>
          </p:cNvSpPr>
          <p:nvPr>
            <p:ph type="pic" idx="3"/>
          </p:nvPr>
        </p:nvSpPr>
        <p:spPr>
          <a:xfrm>
            <a:off x="3313140" y="539500"/>
            <a:ext cx="2517600" cy="2591400"/>
          </a:xfrm>
          <a:prstGeom prst="rect">
            <a:avLst/>
          </a:prstGeom>
          <a:noFill/>
          <a:ln>
            <a:noFill/>
          </a:ln>
        </p:spPr>
      </p:sp>
      <p:sp>
        <p:nvSpPr>
          <p:cNvPr id="133" name="Google Shape;133;p18"/>
          <p:cNvSpPr>
            <a:spLocks noGrp="1"/>
          </p:cNvSpPr>
          <p:nvPr>
            <p:ph type="pic" idx="4"/>
          </p:nvPr>
        </p:nvSpPr>
        <p:spPr>
          <a:xfrm>
            <a:off x="5913158" y="539500"/>
            <a:ext cx="2517600" cy="2591400"/>
          </a:xfrm>
          <a:prstGeom prst="rect">
            <a:avLst/>
          </a:prstGeom>
          <a:noFill/>
          <a:ln>
            <a:noFill/>
          </a:ln>
        </p:spPr>
      </p:sp>
      <p:grpSp>
        <p:nvGrpSpPr>
          <p:cNvPr id="134" name="Google Shape;134;p18"/>
          <p:cNvGrpSpPr/>
          <p:nvPr/>
        </p:nvGrpSpPr>
        <p:grpSpPr>
          <a:xfrm>
            <a:off x="-11" y="0"/>
            <a:ext cx="9144011" cy="5143500"/>
            <a:chOff x="-11" y="0"/>
            <a:chExt cx="9144011" cy="5143500"/>
          </a:xfrm>
        </p:grpSpPr>
        <p:sp>
          <p:nvSpPr>
            <p:cNvPr id="135" name="Google Shape;135;p18"/>
            <p:cNvSpPr/>
            <p:nvPr/>
          </p:nvSpPr>
          <p:spPr>
            <a:xfrm rot="-5400000" flipH="1">
              <a:off x="7553100" y="1185300"/>
              <a:ext cx="2776200" cy="405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36" name="Google Shape;136;p18"/>
            <p:cNvSpPr/>
            <p:nvPr/>
          </p:nvSpPr>
          <p:spPr>
            <a:xfrm rot="10800000" flipH="1">
              <a:off x="-11" y="0"/>
              <a:ext cx="3741300" cy="267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37" name="Google Shape;137;p18"/>
            <p:cNvSpPr/>
            <p:nvPr/>
          </p:nvSpPr>
          <p:spPr>
            <a:xfrm rot="10800000" flipH="1">
              <a:off x="8583300" y="4871550"/>
              <a:ext cx="5607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38" name="Google Shape;138;p18"/>
            <p:cNvSpPr/>
            <p:nvPr/>
          </p:nvSpPr>
          <p:spPr>
            <a:xfrm rot="5400000" flipH="1">
              <a:off x="-847200" y="4162500"/>
              <a:ext cx="18282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39"/>
        <p:cNvGrpSpPr/>
        <p:nvPr/>
      </p:nvGrpSpPr>
      <p:grpSpPr>
        <a:xfrm>
          <a:off x="0" y="0"/>
          <a:ext cx="0" cy="0"/>
          <a:chOff x="0" y="0"/>
          <a:chExt cx="0" cy="0"/>
        </a:xfrm>
      </p:grpSpPr>
      <p:sp>
        <p:nvSpPr>
          <p:cNvPr id="140" name="Google Shape;140;p19"/>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1" name="Google Shape;141;p19"/>
          <p:cNvSpPr txBox="1">
            <a:spLocks noGrp="1"/>
          </p:cNvSpPr>
          <p:nvPr>
            <p:ph type="subTitle" idx="1"/>
          </p:nvPr>
        </p:nvSpPr>
        <p:spPr>
          <a:xfrm>
            <a:off x="713175" y="2135025"/>
            <a:ext cx="2477700" cy="131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42" name="Google Shape;142;p19"/>
          <p:cNvSpPr txBox="1">
            <a:spLocks noGrp="1"/>
          </p:cNvSpPr>
          <p:nvPr>
            <p:ph type="subTitle" idx="2"/>
          </p:nvPr>
        </p:nvSpPr>
        <p:spPr>
          <a:xfrm>
            <a:off x="3333123" y="2135025"/>
            <a:ext cx="2477700" cy="131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43" name="Google Shape;143;p19"/>
          <p:cNvSpPr txBox="1">
            <a:spLocks noGrp="1"/>
          </p:cNvSpPr>
          <p:nvPr>
            <p:ph type="subTitle" idx="3"/>
          </p:nvPr>
        </p:nvSpPr>
        <p:spPr>
          <a:xfrm>
            <a:off x="5953071" y="2135025"/>
            <a:ext cx="2477700" cy="131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44" name="Google Shape;144;p19"/>
          <p:cNvSpPr txBox="1">
            <a:spLocks noGrp="1"/>
          </p:cNvSpPr>
          <p:nvPr>
            <p:ph type="subTitle" idx="4"/>
          </p:nvPr>
        </p:nvSpPr>
        <p:spPr>
          <a:xfrm>
            <a:off x="713175" y="1689675"/>
            <a:ext cx="2477700" cy="527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ubik SemiBold"/>
              <a:buNone/>
              <a:defRPr sz="2400">
                <a:solidFill>
                  <a:schemeClr val="dk1"/>
                </a:solidFill>
                <a:latin typeface="Rubik SemiBold"/>
                <a:ea typeface="Rubik SemiBold"/>
                <a:cs typeface="Rubik SemiBold"/>
                <a:sym typeface="Rubik SemiBold"/>
              </a:defRPr>
            </a:lvl1pPr>
            <a:lvl2pPr lvl="1"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2pPr>
            <a:lvl3pPr lvl="2"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3pPr>
            <a:lvl4pPr lvl="3"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4pPr>
            <a:lvl5pPr lvl="4"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5pPr>
            <a:lvl6pPr lvl="5"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6pPr>
            <a:lvl7pPr lvl="6"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7pPr>
            <a:lvl8pPr lvl="7"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8pPr>
            <a:lvl9pPr lvl="8"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9pPr>
          </a:lstStyle>
          <a:p>
            <a:endParaRPr/>
          </a:p>
        </p:txBody>
      </p:sp>
      <p:sp>
        <p:nvSpPr>
          <p:cNvPr id="145" name="Google Shape;145;p19"/>
          <p:cNvSpPr txBox="1">
            <a:spLocks noGrp="1"/>
          </p:cNvSpPr>
          <p:nvPr>
            <p:ph type="subTitle" idx="5"/>
          </p:nvPr>
        </p:nvSpPr>
        <p:spPr>
          <a:xfrm>
            <a:off x="3333131" y="1689675"/>
            <a:ext cx="2477700" cy="527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ubik SemiBold"/>
              <a:buNone/>
              <a:defRPr sz="2400">
                <a:solidFill>
                  <a:schemeClr val="dk1"/>
                </a:solidFill>
                <a:latin typeface="Rubik SemiBold"/>
                <a:ea typeface="Rubik SemiBold"/>
                <a:cs typeface="Rubik SemiBold"/>
                <a:sym typeface="Rubik SemiBold"/>
              </a:defRPr>
            </a:lvl1pPr>
            <a:lvl2pPr lvl="1"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2pPr>
            <a:lvl3pPr lvl="2"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3pPr>
            <a:lvl4pPr lvl="3"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4pPr>
            <a:lvl5pPr lvl="4"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5pPr>
            <a:lvl6pPr lvl="5"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6pPr>
            <a:lvl7pPr lvl="6"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7pPr>
            <a:lvl8pPr lvl="7"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8pPr>
            <a:lvl9pPr lvl="8"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9pPr>
          </a:lstStyle>
          <a:p>
            <a:endParaRPr/>
          </a:p>
        </p:txBody>
      </p:sp>
      <p:sp>
        <p:nvSpPr>
          <p:cNvPr id="146" name="Google Shape;146;p19"/>
          <p:cNvSpPr txBox="1">
            <a:spLocks noGrp="1"/>
          </p:cNvSpPr>
          <p:nvPr>
            <p:ph type="subTitle" idx="6"/>
          </p:nvPr>
        </p:nvSpPr>
        <p:spPr>
          <a:xfrm>
            <a:off x="5953064" y="1689675"/>
            <a:ext cx="2477700" cy="527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ubik SemiBold"/>
              <a:buNone/>
              <a:defRPr sz="2400">
                <a:solidFill>
                  <a:schemeClr val="dk1"/>
                </a:solidFill>
                <a:latin typeface="Rubik SemiBold"/>
                <a:ea typeface="Rubik SemiBold"/>
                <a:cs typeface="Rubik SemiBold"/>
                <a:sym typeface="Rubik SemiBold"/>
              </a:defRPr>
            </a:lvl1pPr>
            <a:lvl2pPr lvl="1"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2pPr>
            <a:lvl3pPr lvl="2"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3pPr>
            <a:lvl4pPr lvl="3"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4pPr>
            <a:lvl5pPr lvl="4"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5pPr>
            <a:lvl6pPr lvl="5"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6pPr>
            <a:lvl7pPr lvl="6"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7pPr>
            <a:lvl8pPr lvl="7"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8pPr>
            <a:lvl9pPr lvl="8"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9pPr>
          </a:lstStyle>
          <a:p>
            <a:endParaRPr/>
          </a:p>
        </p:txBody>
      </p:sp>
      <p:sp>
        <p:nvSpPr>
          <p:cNvPr id="147" name="Google Shape;147;p19"/>
          <p:cNvSpPr/>
          <p:nvPr/>
        </p:nvSpPr>
        <p:spPr>
          <a:xfrm rot="10800000" flipH="1">
            <a:off x="-11" y="138150"/>
            <a:ext cx="18282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48" name="Google Shape;148;p19"/>
          <p:cNvSpPr/>
          <p:nvPr/>
        </p:nvSpPr>
        <p:spPr>
          <a:xfrm rot="5400000" flipH="1">
            <a:off x="-1185311" y="3552600"/>
            <a:ext cx="2776200" cy="405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49" name="Google Shape;149;p19"/>
          <p:cNvSpPr/>
          <p:nvPr/>
        </p:nvSpPr>
        <p:spPr>
          <a:xfrm flipH="1">
            <a:off x="4689475" y="4876200"/>
            <a:ext cx="3741300" cy="267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50" name="Google Shape;150;p19"/>
          <p:cNvSpPr/>
          <p:nvPr/>
        </p:nvSpPr>
        <p:spPr>
          <a:xfrm rot="5400000" flipH="1">
            <a:off x="7986150" y="1015700"/>
            <a:ext cx="21819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51"/>
        <p:cNvGrpSpPr/>
        <p:nvPr/>
      </p:nvGrpSpPr>
      <p:grpSpPr>
        <a:xfrm>
          <a:off x="0" y="0"/>
          <a:ext cx="0" cy="0"/>
          <a:chOff x="0" y="0"/>
          <a:chExt cx="0" cy="0"/>
        </a:xfrm>
      </p:grpSpPr>
      <p:sp>
        <p:nvSpPr>
          <p:cNvPr id="152" name="Google Shape;152;p20"/>
          <p:cNvSpPr txBox="1">
            <a:spLocks noGrp="1"/>
          </p:cNvSpPr>
          <p:nvPr>
            <p:ph type="title"/>
          </p:nvPr>
        </p:nvSpPr>
        <p:spPr>
          <a:xfrm>
            <a:off x="720000" y="539500"/>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Font typeface="Rubik"/>
              <a:buNone/>
              <a:defRPr/>
            </a:lvl1pPr>
            <a:lvl2pPr lvl="1" rtl="0">
              <a:spcBef>
                <a:spcPts val="0"/>
              </a:spcBef>
              <a:spcAft>
                <a:spcPts val="0"/>
              </a:spcAft>
              <a:buSzPts val="3500"/>
              <a:buFont typeface="Rubik"/>
              <a:buNone/>
              <a:defRPr b="1">
                <a:latin typeface="Rubik"/>
                <a:ea typeface="Rubik"/>
                <a:cs typeface="Rubik"/>
                <a:sym typeface="Rubik"/>
              </a:defRPr>
            </a:lvl2pPr>
            <a:lvl3pPr lvl="2" rtl="0">
              <a:spcBef>
                <a:spcPts val="0"/>
              </a:spcBef>
              <a:spcAft>
                <a:spcPts val="0"/>
              </a:spcAft>
              <a:buSzPts val="3500"/>
              <a:buFont typeface="Rubik"/>
              <a:buNone/>
              <a:defRPr b="1">
                <a:latin typeface="Rubik"/>
                <a:ea typeface="Rubik"/>
                <a:cs typeface="Rubik"/>
                <a:sym typeface="Rubik"/>
              </a:defRPr>
            </a:lvl3pPr>
            <a:lvl4pPr lvl="3" rtl="0">
              <a:spcBef>
                <a:spcPts val="0"/>
              </a:spcBef>
              <a:spcAft>
                <a:spcPts val="0"/>
              </a:spcAft>
              <a:buSzPts val="3500"/>
              <a:buFont typeface="Rubik"/>
              <a:buNone/>
              <a:defRPr b="1">
                <a:latin typeface="Rubik"/>
                <a:ea typeface="Rubik"/>
                <a:cs typeface="Rubik"/>
                <a:sym typeface="Rubik"/>
              </a:defRPr>
            </a:lvl4pPr>
            <a:lvl5pPr lvl="4" rtl="0">
              <a:spcBef>
                <a:spcPts val="0"/>
              </a:spcBef>
              <a:spcAft>
                <a:spcPts val="0"/>
              </a:spcAft>
              <a:buSzPts val="3500"/>
              <a:buFont typeface="Rubik"/>
              <a:buNone/>
              <a:defRPr b="1">
                <a:latin typeface="Rubik"/>
                <a:ea typeface="Rubik"/>
                <a:cs typeface="Rubik"/>
                <a:sym typeface="Rubik"/>
              </a:defRPr>
            </a:lvl5pPr>
            <a:lvl6pPr lvl="5" rtl="0">
              <a:spcBef>
                <a:spcPts val="0"/>
              </a:spcBef>
              <a:spcAft>
                <a:spcPts val="0"/>
              </a:spcAft>
              <a:buSzPts val="3500"/>
              <a:buFont typeface="Rubik"/>
              <a:buNone/>
              <a:defRPr b="1">
                <a:latin typeface="Rubik"/>
                <a:ea typeface="Rubik"/>
                <a:cs typeface="Rubik"/>
                <a:sym typeface="Rubik"/>
              </a:defRPr>
            </a:lvl6pPr>
            <a:lvl7pPr lvl="6" rtl="0">
              <a:spcBef>
                <a:spcPts val="0"/>
              </a:spcBef>
              <a:spcAft>
                <a:spcPts val="0"/>
              </a:spcAft>
              <a:buSzPts val="3500"/>
              <a:buFont typeface="Rubik"/>
              <a:buNone/>
              <a:defRPr b="1">
                <a:latin typeface="Rubik"/>
                <a:ea typeface="Rubik"/>
                <a:cs typeface="Rubik"/>
                <a:sym typeface="Rubik"/>
              </a:defRPr>
            </a:lvl7pPr>
            <a:lvl8pPr lvl="7" rtl="0">
              <a:spcBef>
                <a:spcPts val="0"/>
              </a:spcBef>
              <a:spcAft>
                <a:spcPts val="0"/>
              </a:spcAft>
              <a:buSzPts val="3500"/>
              <a:buFont typeface="Rubik"/>
              <a:buNone/>
              <a:defRPr b="1">
                <a:latin typeface="Rubik"/>
                <a:ea typeface="Rubik"/>
                <a:cs typeface="Rubik"/>
                <a:sym typeface="Rubik"/>
              </a:defRPr>
            </a:lvl8pPr>
            <a:lvl9pPr lvl="8" rtl="0">
              <a:spcBef>
                <a:spcPts val="0"/>
              </a:spcBef>
              <a:spcAft>
                <a:spcPts val="0"/>
              </a:spcAft>
              <a:buSzPts val="3500"/>
              <a:buFont typeface="Rubik"/>
              <a:buNone/>
              <a:defRPr b="1">
                <a:latin typeface="Rubik"/>
                <a:ea typeface="Rubik"/>
                <a:cs typeface="Rubik"/>
                <a:sym typeface="Rubik"/>
              </a:defRPr>
            </a:lvl9pPr>
          </a:lstStyle>
          <a:p>
            <a:endParaRPr/>
          </a:p>
        </p:txBody>
      </p:sp>
      <p:sp>
        <p:nvSpPr>
          <p:cNvPr id="153" name="Google Shape;153;p20"/>
          <p:cNvSpPr txBox="1">
            <a:spLocks noGrp="1"/>
          </p:cNvSpPr>
          <p:nvPr>
            <p:ph type="subTitle" idx="1"/>
          </p:nvPr>
        </p:nvSpPr>
        <p:spPr>
          <a:xfrm>
            <a:off x="720000" y="1891450"/>
            <a:ext cx="3753600" cy="740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54" name="Google Shape;154;p20"/>
          <p:cNvSpPr txBox="1">
            <a:spLocks noGrp="1"/>
          </p:cNvSpPr>
          <p:nvPr>
            <p:ph type="subTitle" idx="2"/>
          </p:nvPr>
        </p:nvSpPr>
        <p:spPr>
          <a:xfrm>
            <a:off x="4677072" y="1891450"/>
            <a:ext cx="3753600" cy="740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55" name="Google Shape;155;p20"/>
          <p:cNvSpPr txBox="1">
            <a:spLocks noGrp="1"/>
          </p:cNvSpPr>
          <p:nvPr>
            <p:ph type="subTitle" idx="3"/>
          </p:nvPr>
        </p:nvSpPr>
        <p:spPr>
          <a:xfrm>
            <a:off x="720000" y="3399625"/>
            <a:ext cx="3753600" cy="740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56" name="Google Shape;156;p20"/>
          <p:cNvSpPr txBox="1">
            <a:spLocks noGrp="1"/>
          </p:cNvSpPr>
          <p:nvPr>
            <p:ph type="subTitle" idx="4"/>
          </p:nvPr>
        </p:nvSpPr>
        <p:spPr>
          <a:xfrm>
            <a:off x="4677072" y="3399625"/>
            <a:ext cx="3753600" cy="740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57" name="Google Shape;157;p20"/>
          <p:cNvSpPr txBox="1">
            <a:spLocks noGrp="1"/>
          </p:cNvSpPr>
          <p:nvPr>
            <p:ph type="subTitle" idx="5"/>
          </p:nvPr>
        </p:nvSpPr>
        <p:spPr>
          <a:xfrm>
            <a:off x="720000" y="1521897"/>
            <a:ext cx="37536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ubik"/>
              <a:buNone/>
              <a:defRPr sz="2400">
                <a:solidFill>
                  <a:schemeClr val="dk1"/>
                </a:solidFill>
                <a:latin typeface="Rubik SemiBold"/>
                <a:ea typeface="Rubik SemiBold"/>
                <a:cs typeface="Rubik SemiBold"/>
                <a:sym typeface="Rubik SemiBold"/>
              </a:defRPr>
            </a:lvl1pPr>
            <a:lvl2pPr lvl="1" algn="ctr" rtl="0">
              <a:lnSpc>
                <a:spcPct val="100000"/>
              </a:lnSpc>
              <a:spcBef>
                <a:spcPts val="0"/>
              </a:spcBef>
              <a:spcAft>
                <a:spcPts val="0"/>
              </a:spcAft>
              <a:buSzPts val="2400"/>
              <a:buFont typeface="Rubik"/>
              <a:buNone/>
              <a:defRPr sz="2400" b="1">
                <a:latin typeface="Rubik"/>
                <a:ea typeface="Rubik"/>
                <a:cs typeface="Rubik"/>
                <a:sym typeface="Rubik"/>
              </a:defRPr>
            </a:lvl2pPr>
            <a:lvl3pPr lvl="2" algn="ctr" rtl="0">
              <a:lnSpc>
                <a:spcPct val="100000"/>
              </a:lnSpc>
              <a:spcBef>
                <a:spcPts val="0"/>
              </a:spcBef>
              <a:spcAft>
                <a:spcPts val="0"/>
              </a:spcAft>
              <a:buSzPts val="2400"/>
              <a:buFont typeface="Rubik"/>
              <a:buNone/>
              <a:defRPr sz="2400" b="1">
                <a:latin typeface="Rubik"/>
                <a:ea typeface="Rubik"/>
                <a:cs typeface="Rubik"/>
                <a:sym typeface="Rubik"/>
              </a:defRPr>
            </a:lvl3pPr>
            <a:lvl4pPr lvl="3" algn="ctr" rtl="0">
              <a:lnSpc>
                <a:spcPct val="100000"/>
              </a:lnSpc>
              <a:spcBef>
                <a:spcPts val="0"/>
              </a:spcBef>
              <a:spcAft>
                <a:spcPts val="0"/>
              </a:spcAft>
              <a:buSzPts val="2400"/>
              <a:buFont typeface="Rubik"/>
              <a:buNone/>
              <a:defRPr sz="2400" b="1">
                <a:latin typeface="Rubik"/>
                <a:ea typeface="Rubik"/>
                <a:cs typeface="Rubik"/>
                <a:sym typeface="Rubik"/>
              </a:defRPr>
            </a:lvl4pPr>
            <a:lvl5pPr lvl="4" algn="ctr" rtl="0">
              <a:lnSpc>
                <a:spcPct val="100000"/>
              </a:lnSpc>
              <a:spcBef>
                <a:spcPts val="0"/>
              </a:spcBef>
              <a:spcAft>
                <a:spcPts val="0"/>
              </a:spcAft>
              <a:buSzPts val="2400"/>
              <a:buFont typeface="Rubik"/>
              <a:buNone/>
              <a:defRPr sz="2400" b="1">
                <a:latin typeface="Rubik"/>
                <a:ea typeface="Rubik"/>
                <a:cs typeface="Rubik"/>
                <a:sym typeface="Rubik"/>
              </a:defRPr>
            </a:lvl5pPr>
            <a:lvl6pPr lvl="5" algn="ctr" rtl="0">
              <a:lnSpc>
                <a:spcPct val="100000"/>
              </a:lnSpc>
              <a:spcBef>
                <a:spcPts val="0"/>
              </a:spcBef>
              <a:spcAft>
                <a:spcPts val="0"/>
              </a:spcAft>
              <a:buSzPts val="2400"/>
              <a:buFont typeface="Rubik"/>
              <a:buNone/>
              <a:defRPr sz="2400" b="1">
                <a:latin typeface="Rubik"/>
                <a:ea typeface="Rubik"/>
                <a:cs typeface="Rubik"/>
                <a:sym typeface="Rubik"/>
              </a:defRPr>
            </a:lvl6pPr>
            <a:lvl7pPr lvl="6" algn="ctr" rtl="0">
              <a:lnSpc>
                <a:spcPct val="100000"/>
              </a:lnSpc>
              <a:spcBef>
                <a:spcPts val="0"/>
              </a:spcBef>
              <a:spcAft>
                <a:spcPts val="0"/>
              </a:spcAft>
              <a:buSzPts val="2400"/>
              <a:buFont typeface="Rubik"/>
              <a:buNone/>
              <a:defRPr sz="2400" b="1">
                <a:latin typeface="Rubik"/>
                <a:ea typeface="Rubik"/>
                <a:cs typeface="Rubik"/>
                <a:sym typeface="Rubik"/>
              </a:defRPr>
            </a:lvl7pPr>
            <a:lvl8pPr lvl="7" algn="ctr" rtl="0">
              <a:lnSpc>
                <a:spcPct val="100000"/>
              </a:lnSpc>
              <a:spcBef>
                <a:spcPts val="0"/>
              </a:spcBef>
              <a:spcAft>
                <a:spcPts val="0"/>
              </a:spcAft>
              <a:buSzPts val="2400"/>
              <a:buFont typeface="Rubik"/>
              <a:buNone/>
              <a:defRPr sz="2400" b="1">
                <a:latin typeface="Rubik"/>
                <a:ea typeface="Rubik"/>
                <a:cs typeface="Rubik"/>
                <a:sym typeface="Rubik"/>
              </a:defRPr>
            </a:lvl8pPr>
            <a:lvl9pPr lvl="8" algn="ctr" rtl="0">
              <a:lnSpc>
                <a:spcPct val="100000"/>
              </a:lnSpc>
              <a:spcBef>
                <a:spcPts val="0"/>
              </a:spcBef>
              <a:spcAft>
                <a:spcPts val="0"/>
              </a:spcAft>
              <a:buSzPts val="2400"/>
              <a:buFont typeface="Rubik"/>
              <a:buNone/>
              <a:defRPr sz="2400" b="1">
                <a:latin typeface="Rubik"/>
                <a:ea typeface="Rubik"/>
                <a:cs typeface="Rubik"/>
                <a:sym typeface="Rubik"/>
              </a:defRPr>
            </a:lvl9pPr>
          </a:lstStyle>
          <a:p>
            <a:endParaRPr/>
          </a:p>
        </p:txBody>
      </p:sp>
      <p:sp>
        <p:nvSpPr>
          <p:cNvPr id="158" name="Google Shape;158;p20"/>
          <p:cNvSpPr txBox="1">
            <a:spLocks noGrp="1"/>
          </p:cNvSpPr>
          <p:nvPr>
            <p:ph type="subTitle" idx="6"/>
          </p:nvPr>
        </p:nvSpPr>
        <p:spPr>
          <a:xfrm>
            <a:off x="720000" y="3030149"/>
            <a:ext cx="37536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ubik"/>
              <a:buNone/>
              <a:defRPr sz="2400">
                <a:solidFill>
                  <a:schemeClr val="dk1"/>
                </a:solidFill>
                <a:latin typeface="Rubik SemiBold"/>
                <a:ea typeface="Rubik SemiBold"/>
                <a:cs typeface="Rubik SemiBold"/>
                <a:sym typeface="Rubik SemiBold"/>
              </a:defRPr>
            </a:lvl1pPr>
            <a:lvl2pPr lvl="1" algn="ctr" rtl="0">
              <a:lnSpc>
                <a:spcPct val="100000"/>
              </a:lnSpc>
              <a:spcBef>
                <a:spcPts val="0"/>
              </a:spcBef>
              <a:spcAft>
                <a:spcPts val="0"/>
              </a:spcAft>
              <a:buSzPts val="2400"/>
              <a:buFont typeface="Rubik"/>
              <a:buNone/>
              <a:defRPr sz="2400" b="1">
                <a:latin typeface="Rubik"/>
                <a:ea typeface="Rubik"/>
                <a:cs typeface="Rubik"/>
                <a:sym typeface="Rubik"/>
              </a:defRPr>
            </a:lvl2pPr>
            <a:lvl3pPr lvl="2" algn="ctr" rtl="0">
              <a:lnSpc>
                <a:spcPct val="100000"/>
              </a:lnSpc>
              <a:spcBef>
                <a:spcPts val="0"/>
              </a:spcBef>
              <a:spcAft>
                <a:spcPts val="0"/>
              </a:spcAft>
              <a:buSzPts val="2400"/>
              <a:buFont typeface="Rubik"/>
              <a:buNone/>
              <a:defRPr sz="2400" b="1">
                <a:latin typeface="Rubik"/>
                <a:ea typeface="Rubik"/>
                <a:cs typeface="Rubik"/>
                <a:sym typeface="Rubik"/>
              </a:defRPr>
            </a:lvl3pPr>
            <a:lvl4pPr lvl="3" algn="ctr" rtl="0">
              <a:lnSpc>
                <a:spcPct val="100000"/>
              </a:lnSpc>
              <a:spcBef>
                <a:spcPts val="0"/>
              </a:spcBef>
              <a:spcAft>
                <a:spcPts val="0"/>
              </a:spcAft>
              <a:buSzPts val="2400"/>
              <a:buFont typeface="Rubik"/>
              <a:buNone/>
              <a:defRPr sz="2400" b="1">
                <a:latin typeface="Rubik"/>
                <a:ea typeface="Rubik"/>
                <a:cs typeface="Rubik"/>
                <a:sym typeface="Rubik"/>
              </a:defRPr>
            </a:lvl4pPr>
            <a:lvl5pPr lvl="4" algn="ctr" rtl="0">
              <a:lnSpc>
                <a:spcPct val="100000"/>
              </a:lnSpc>
              <a:spcBef>
                <a:spcPts val="0"/>
              </a:spcBef>
              <a:spcAft>
                <a:spcPts val="0"/>
              </a:spcAft>
              <a:buSzPts val="2400"/>
              <a:buFont typeface="Rubik"/>
              <a:buNone/>
              <a:defRPr sz="2400" b="1">
                <a:latin typeface="Rubik"/>
                <a:ea typeface="Rubik"/>
                <a:cs typeface="Rubik"/>
                <a:sym typeface="Rubik"/>
              </a:defRPr>
            </a:lvl5pPr>
            <a:lvl6pPr lvl="5" algn="ctr" rtl="0">
              <a:lnSpc>
                <a:spcPct val="100000"/>
              </a:lnSpc>
              <a:spcBef>
                <a:spcPts val="0"/>
              </a:spcBef>
              <a:spcAft>
                <a:spcPts val="0"/>
              </a:spcAft>
              <a:buSzPts val="2400"/>
              <a:buFont typeface="Rubik"/>
              <a:buNone/>
              <a:defRPr sz="2400" b="1">
                <a:latin typeface="Rubik"/>
                <a:ea typeface="Rubik"/>
                <a:cs typeface="Rubik"/>
                <a:sym typeface="Rubik"/>
              </a:defRPr>
            </a:lvl6pPr>
            <a:lvl7pPr lvl="6" algn="ctr" rtl="0">
              <a:lnSpc>
                <a:spcPct val="100000"/>
              </a:lnSpc>
              <a:spcBef>
                <a:spcPts val="0"/>
              </a:spcBef>
              <a:spcAft>
                <a:spcPts val="0"/>
              </a:spcAft>
              <a:buSzPts val="2400"/>
              <a:buFont typeface="Rubik"/>
              <a:buNone/>
              <a:defRPr sz="2400" b="1">
                <a:latin typeface="Rubik"/>
                <a:ea typeface="Rubik"/>
                <a:cs typeface="Rubik"/>
                <a:sym typeface="Rubik"/>
              </a:defRPr>
            </a:lvl7pPr>
            <a:lvl8pPr lvl="7" algn="ctr" rtl="0">
              <a:lnSpc>
                <a:spcPct val="100000"/>
              </a:lnSpc>
              <a:spcBef>
                <a:spcPts val="0"/>
              </a:spcBef>
              <a:spcAft>
                <a:spcPts val="0"/>
              </a:spcAft>
              <a:buSzPts val="2400"/>
              <a:buFont typeface="Rubik"/>
              <a:buNone/>
              <a:defRPr sz="2400" b="1">
                <a:latin typeface="Rubik"/>
                <a:ea typeface="Rubik"/>
                <a:cs typeface="Rubik"/>
                <a:sym typeface="Rubik"/>
              </a:defRPr>
            </a:lvl8pPr>
            <a:lvl9pPr lvl="8" algn="ctr" rtl="0">
              <a:lnSpc>
                <a:spcPct val="100000"/>
              </a:lnSpc>
              <a:spcBef>
                <a:spcPts val="0"/>
              </a:spcBef>
              <a:spcAft>
                <a:spcPts val="0"/>
              </a:spcAft>
              <a:buSzPts val="2400"/>
              <a:buFont typeface="Rubik"/>
              <a:buNone/>
              <a:defRPr sz="2400" b="1">
                <a:latin typeface="Rubik"/>
                <a:ea typeface="Rubik"/>
                <a:cs typeface="Rubik"/>
                <a:sym typeface="Rubik"/>
              </a:defRPr>
            </a:lvl9pPr>
          </a:lstStyle>
          <a:p>
            <a:endParaRPr/>
          </a:p>
        </p:txBody>
      </p:sp>
      <p:sp>
        <p:nvSpPr>
          <p:cNvPr id="159" name="Google Shape;159;p20"/>
          <p:cNvSpPr txBox="1">
            <a:spLocks noGrp="1"/>
          </p:cNvSpPr>
          <p:nvPr>
            <p:ph type="subTitle" idx="7"/>
          </p:nvPr>
        </p:nvSpPr>
        <p:spPr>
          <a:xfrm>
            <a:off x="4677033" y="1521897"/>
            <a:ext cx="37536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ubik"/>
              <a:buNone/>
              <a:defRPr sz="2400">
                <a:solidFill>
                  <a:schemeClr val="dk1"/>
                </a:solidFill>
                <a:latin typeface="Rubik SemiBold"/>
                <a:ea typeface="Rubik SemiBold"/>
                <a:cs typeface="Rubik SemiBold"/>
                <a:sym typeface="Rubik SemiBold"/>
              </a:defRPr>
            </a:lvl1pPr>
            <a:lvl2pPr lvl="1" algn="ctr" rtl="0">
              <a:lnSpc>
                <a:spcPct val="100000"/>
              </a:lnSpc>
              <a:spcBef>
                <a:spcPts val="0"/>
              </a:spcBef>
              <a:spcAft>
                <a:spcPts val="0"/>
              </a:spcAft>
              <a:buSzPts val="2400"/>
              <a:buFont typeface="Rubik"/>
              <a:buNone/>
              <a:defRPr sz="2400" b="1">
                <a:latin typeface="Rubik"/>
                <a:ea typeface="Rubik"/>
                <a:cs typeface="Rubik"/>
                <a:sym typeface="Rubik"/>
              </a:defRPr>
            </a:lvl2pPr>
            <a:lvl3pPr lvl="2" algn="ctr" rtl="0">
              <a:lnSpc>
                <a:spcPct val="100000"/>
              </a:lnSpc>
              <a:spcBef>
                <a:spcPts val="0"/>
              </a:spcBef>
              <a:spcAft>
                <a:spcPts val="0"/>
              </a:spcAft>
              <a:buSzPts val="2400"/>
              <a:buFont typeface="Rubik"/>
              <a:buNone/>
              <a:defRPr sz="2400" b="1">
                <a:latin typeface="Rubik"/>
                <a:ea typeface="Rubik"/>
                <a:cs typeface="Rubik"/>
                <a:sym typeface="Rubik"/>
              </a:defRPr>
            </a:lvl3pPr>
            <a:lvl4pPr lvl="3" algn="ctr" rtl="0">
              <a:lnSpc>
                <a:spcPct val="100000"/>
              </a:lnSpc>
              <a:spcBef>
                <a:spcPts val="0"/>
              </a:spcBef>
              <a:spcAft>
                <a:spcPts val="0"/>
              </a:spcAft>
              <a:buSzPts val="2400"/>
              <a:buFont typeface="Rubik"/>
              <a:buNone/>
              <a:defRPr sz="2400" b="1">
                <a:latin typeface="Rubik"/>
                <a:ea typeface="Rubik"/>
                <a:cs typeface="Rubik"/>
                <a:sym typeface="Rubik"/>
              </a:defRPr>
            </a:lvl4pPr>
            <a:lvl5pPr lvl="4" algn="ctr" rtl="0">
              <a:lnSpc>
                <a:spcPct val="100000"/>
              </a:lnSpc>
              <a:spcBef>
                <a:spcPts val="0"/>
              </a:spcBef>
              <a:spcAft>
                <a:spcPts val="0"/>
              </a:spcAft>
              <a:buSzPts val="2400"/>
              <a:buFont typeface="Rubik"/>
              <a:buNone/>
              <a:defRPr sz="2400" b="1">
                <a:latin typeface="Rubik"/>
                <a:ea typeface="Rubik"/>
                <a:cs typeface="Rubik"/>
                <a:sym typeface="Rubik"/>
              </a:defRPr>
            </a:lvl5pPr>
            <a:lvl6pPr lvl="5" algn="ctr" rtl="0">
              <a:lnSpc>
                <a:spcPct val="100000"/>
              </a:lnSpc>
              <a:spcBef>
                <a:spcPts val="0"/>
              </a:spcBef>
              <a:spcAft>
                <a:spcPts val="0"/>
              </a:spcAft>
              <a:buSzPts val="2400"/>
              <a:buFont typeface="Rubik"/>
              <a:buNone/>
              <a:defRPr sz="2400" b="1">
                <a:latin typeface="Rubik"/>
                <a:ea typeface="Rubik"/>
                <a:cs typeface="Rubik"/>
                <a:sym typeface="Rubik"/>
              </a:defRPr>
            </a:lvl6pPr>
            <a:lvl7pPr lvl="6" algn="ctr" rtl="0">
              <a:lnSpc>
                <a:spcPct val="100000"/>
              </a:lnSpc>
              <a:spcBef>
                <a:spcPts val="0"/>
              </a:spcBef>
              <a:spcAft>
                <a:spcPts val="0"/>
              </a:spcAft>
              <a:buSzPts val="2400"/>
              <a:buFont typeface="Rubik"/>
              <a:buNone/>
              <a:defRPr sz="2400" b="1">
                <a:latin typeface="Rubik"/>
                <a:ea typeface="Rubik"/>
                <a:cs typeface="Rubik"/>
                <a:sym typeface="Rubik"/>
              </a:defRPr>
            </a:lvl7pPr>
            <a:lvl8pPr lvl="7" algn="ctr" rtl="0">
              <a:lnSpc>
                <a:spcPct val="100000"/>
              </a:lnSpc>
              <a:spcBef>
                <a:spcPts val="0"/>
              </a:spcBef>
              <a:spcAft>
                <a:spcPts val="0"/>
              </a:spcAft>
              <a:buSzPts val="2400"/>
              <a:buFont typeface="Rubik"/>
              <a:buNone/>
              <a:defRPr sz="2400" b="1">
                <a:latin typeface="Rubik"/>
                <a:ea typeface="Rubik"/>
                <a:cs typeface="Rubik"/>
                <a:sym typeface="Rubik"/>
              </a:defRPr>
            </a:lvl8pPr>
            <a:lvl9pPr lvl="8" algn="ctr" rtl="0">
              <a:lnSpc>
                <a:spcPct val="100000"/>
              </a:lnSpc>
              <a:spcBef>
                <a:spcPts val="0"/>
              </a:spcBef>
              <a:spcAft>
                <a:spcPts val="0"/>
              </a:spcAft>
              <a:buSzPts val="2400"/>
              <a:buFont typeface="Rubik"/>
              <a:buNone/>
              <a:defRPr sz="2400" b="1">
                <a:latin typeface="Rubik"/>
                <a:ea typeface="Rubik"/>
                <a:cs typeface="Rubik"/>
                <a:sym typeface="Rubik"/>
              </a:defRPr>
            </a:lvl9pPr>
          </a:lstStyle>
          <a:p>
            <a:endParaRPr/>
          </a:p>
        </p:txBody>
      </p:sp>
      <p:sp>
        <p:nvSpPr>
          <p:cNvPr id="160" name="Google Shape;160;p20"/>
          <p:cNvSpPr txBox="1">
            <a:spLocks noGrp="1"/>
          </p:cNvSpPr>
          <p:nvPr>
            <p:ph type="subTitle" idx="8"/>
          </p:nvPr>
        </p:nvSpPr>
        <p:spPr>
          <a:xfrm>
            <a:off x="4677033" y="3030149"/>
            <a:ext cx="37536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ubik"/>
              <a:buNone/>
              <a:defRPr sz="2400">
                <a:solidFill>
                  <a:schemeClr val="dk1"/>
                </a:solidFill>
                <a:latin typeface="Rubik SemiBold"/>
                <a:ea typeface="Rubik SemiBold"/>
                <a:cs typeface="Rubik SemiBold"/>
                <a:sym typeface="Rubik SemiBold"/>
              </a:defRPr>
            </a:lvl1pPr>
            <a:lvl2pPr lvl="1" algn="ctr" rtl="0">
              <a:lnSpc>
                <a:spcPct val="100000"/>
              </a:lnSpc>
              <a:spcBef>
                <a:spcPts val="0"/>
              </a:spcBef>
              <a:spcAft>
                <a:spcPts val="0"/>
              </a:spcAft>
              <a:buSzPts val="2400"/>
              <a:buFont typeface="Rubik"/>
              <a:buNone/>
              <a:defRPr sz="2400" b="1">
                <a:latin typeface="Rubik"/>
                <a:ea typeface="Rubik"/>
                <a:cs typeface="Rubik"/>
                <a:sym typeface="Rubik"/>
              </a:defRPr>
            </a:lvl2pPr>
            <a:lvl3pPr lvl="2" algn="ctr" rtl="0">
              <a:lnSpc>
                <a:spcPct val="100000"/>
              </a:lnSpc>
              <a:spcBef>
                <a:spcPts val="0"/>
              </a:spcBef>
              <a:spcAft>
                <a:spcPts val="0"/>
              </a:spcAft>
              <a:buSzPts val="2400"/>
              <a:buFont typeface="Rubik"/>
              <a:buNone/>
              <a:defRPr sz="2400" b="1">
                <a:latin typeface="Rubik"/>
                <a:ea typeface="Rubik"/>
                <a:cs typeface="Rubik"/>
                <a:sym typeface="Rubik"/>
              </a:defRPr>
            </a:lvl3pPr>
            <a:lvl4pPr lvl="3" algn="ctr" rtl="0">
              <a:lnSpc>
                <a:spcPct val="100000"/>
              </a:lnSpc>
              <a:spcBef>
                <a:spcPts val="0"/>
              </a:spcBef>
              <a:spcAft>
                <a:spcPts val="0"/>
              </a:spcAft>
              <a:buSzPts val="2400"/>
              <a:buFont typeface="Rubik"/>
              <a:buNone/>
              <a:defRPr sz="2400" b="1">
                <a:latin typeface="Rubik"/>
                <a:ea typeface="Rubik"/>
                <a:cs typeface="Rubik"/>
                <a:sym typeface="Rubik"/>
              </a:defRPr>
            </a:lvl4pPr>
            <a:lvl5pPr lvl="4" algn="ctr" rtl="0">
              <a:lnSpc>
                <a:spcPct val="100000"/>
              </a:lnSpc>
              <a:spcBef>
                <a:spcPts val="0"/>
              </a:spcBef>
              <a:spcAft>
                <a:spcPts val="0"/>
              </a:spcAft>
              <a:buSzPts val="2400"/>
              <a:buFont typeface="Rubik"/>
              <a:buNone/>
              <a:defRPr sz="2400" b="1">
                <a:latin typeface="Rubik"/>
                <a:ea typeface="Rubik"/>
                <a:cs typeface="Rubik"/>
                <a:sym typeface="Rubik"/>
              </a:defRPr>
            </a:lvl5pPr>
            <a:lvl6pPr lvl="5" algn="ctr" rtl="0">
              <a:lnSpc>
                <a:spcPct val="100000"/>
              </a:lnSpc>
              <a:spcBef>
                <a:spcPts val="0"/>
              </a:spcBef>
              <a:spcAft>
                <a:spcPts val="0"/>
              </a:spcAft>
              <a:buSzPts val="2400"/>
              <a:buFont typeface="Rubik"/>
              <a:buNone/>
              <a:defRPr sz="2400" b="1">
                <a:latin typeface="Rubik"/>
                <a:ea typeface="Rubik"/>
                <a:cs typeface="Rubik"/>
                <a:sym typeface="Rubik"/>
              </a:defRPr>
            </a:lvl6pPr>
            <a:lvl7pPr lvl="6" algn="ctr" rtl="0">
              <a:lnSpc>
                <a:spcPct val="100000"/>
              </a:lnSpc>
              <a:spcBef>
                <a:spcPts val="0"/>
              </a:spcBef>
              <a:spcAft>
                <a:spcPts val="0"/>
              </a:spcAft>
              <a:buSzPts val="2400"/>
              <a:buFont typeface="Rubik"/>
              <a:buNone/>
              <a:defRPr sz="2400" b="1">
                <a:latin typeface="Rubik"/>
                <a:ea typeface="Rubik"/>
                <a:cs typeface="Rubik"/>
                <a:sym typeface="Rubik"/>
              </a:defRPr>
            </a:lvl7pPr>
            <a:lvl8pPr lvl="7" algn="ctr" rtl="0">
              <a:lnSpc>
                <a:spcPct val="100000"/>
              </a:lnSpc>
              <a:spcBef>
                <a:spcPts val="0"/>
              </a:spcBef>
              <a:spcAft>
                <a:spcPts val="0"/>
              </a:spcAft>
              <a:buSzPts val="2400"/>
              <a:buFont typeface="Rubik"/>
              <a:buNone/>
              <a:defRPr sz="2400" b="1">
                <a:latin typeface="Rubik"/>
                <a:ea typeface="Rubik"/>
                <a:cs typeface="Rubik"/>
                <a:sym typeface="Rubik"/>
              </a:defRPr>
            </a:lvl8pPr>
            <a:lvl9pPr lvl="8" algn="ctr" rtl="0">
              <a:lnSpc>
                <a:spcPct val="100000"/>
              </a:lnSpc>
              <a:spcBef>
                <a:spcPts val="0"/>
              </a:spcBef>
              <a:spcAft>
                <a:spcPts val="0"/>
              </a:spcAft>
              <a:buSzPts val="2400"/>
              <a:buFont typeface="Rubik"/>
              <a:buNone/>
              <a:defRPr sz="2400" b="1">
                <a:latin typeface="Rubik"/>
                <a:ea typeface="Rubik"/>
                <a:cs typeface="Rubik"/>
                <a:sym typeface="Rubik"/>
              </a:defRPr>
            </a:lvl9pPr>
          </a:lstStyle>
          <a:p>
            <a:endParaRPr/>
          </a:p>
        </p:txBody>
      </p:sp>
      <p:sp>
        <p:nvSpPr>
          <p:cNvPr id="161" name="Google Shape;161;p20"/>
          <p:cNvSpPr/>
          <p:nvPr/>
        </p:nvSpPr>
        <p:spPr>
          <a:xfrm rot="-5400000" flipH="1">
            <a:off x="7553100" y="1185300"/>
            <a:ext cx="2776200" cy="405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62" name="Google Shape;162;p20"/>
          <p:cNvSpPr/>
          <p:nvPr/>
        </p:nvSpPr>
        <p:spPr>
          <a:xfrm rot="10800000" flipH="1">
            <a:off x="-11" y="0"/>
            <a:ext cx="3741300" cy="267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63" name="Google Shape;163;p20"/>
          <p:cNvSpPr/>
          <p:nvPr/>
        </p:nvSpPr>
        <p:spPr>
          <a:xfrm rot="5400000" flipH="1">
            <a:off x="-847200" y="4162500"/>
            <a:ext cx="18282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64" name="Google Shape;164;p20"/>
          <p:cNvSpPr/>
          <p:nvPr/>
        </p:nvSpPr>
        <p:spPr>
          <a:xfrm rot="10800000" flipH="1">
            <a:off x="8583300" y="5009700"/>
            <a:ext cx="5607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65"/>
        <p:cNvGrpSpPr/>
        <p:nvPr/>
      </p:nvGrpSpPr>
      <p:grpSpPr>
        <a:xfrm>
          <a:off x="0" y="0"/>
          <a:ext cx="0" cy="0"/>
          <a:chOff x="0" y="0"/>
          <a:chExt cx="0" cy="0"/>
        </a:xfrm>
      </p:grpSpPr>
      <p:sp>
        <p:nvSpPr>
          <p:cNvPr id="166" name="Google Shape;166;p21"/>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67" name="Google Shape;167;p21"/>
          <p:cNvSpPr txBox="1">
            <a:spLocks noGrp="1"/>
          </p:cNvSpPr>
          <p:nvPr>
            <p:ph type="subTitle" idx="1"/>
          </p:nvPr>
        </p:nvSpPr>
        <p:spPr>
          <a:xfrm>
            <a:off x="720000" y="1753250"/>
            <a:ext cx="2389800" cy="91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68" name="Google Shape;168;p21"/>
          <p:cNvSpPr txBox="1">
            <a:spLocks noGrp="1"/>
          </p:cNvSpPr>
          <p:nvPr>
            <p:ph type="subTitle" idx="2"/>
          </p:nvPr>
        </p:nvSpPr>
        <p:spPr>
          <a:xfrm>
            <a:off x="3377095" y="1753250"/>
            <a:ext cx="2389800" cy="91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69" name="Google Shape;169;p21"/>
          <p:cNvSpPr txBox="1">
            <a:spLocks noGrp="1"/>
          </p:cNvSpPr>
          <p:nvPr>
            <p:ph type="subTitle" idx="3"/>
          </p:nvPr>
        </p:nvSpPr>
        <p:spPr>
          <a:xfrm>
            <a:off x="720000" y="3264705"/>
            <a:ext cx="2389800" cy="91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70" name="Google Shape;170;p21"/>
          <p:cNvSpPr txBox="1">
            <a:spLocks noGrp="1"/>
          </p:cNvSpPr>
          <p:nvPr>
            <p:ph type="subTitle" idx="4"/>
          </p:nvPr>
        </p:nvSpPr>
        <p:spPr>
          <a:xfrm>
            <a:off x="3377095" y="3264705"/>
            <a:ext cx="2389800" cy="91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71" name="Google Shape;171;p21"/>
          <p:cNvSpPr txBox="1">
            <a:spLocks noGrp="1"/>
          </p:cNvSpPr>
          <p:nvPr>
            <p:ph type="subTitle" idx="5"/>
          </p:nvPr>
        </p:nvSpPr>
        <p:spPr>
          <a:xfrm>
            <a:off x="6034189" y="1753250"/>
            <a:ext cx="2389800" cy="91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72" name="Google Shape;172;p21"/>
          <p:cNvSpPr txBox="1">
            <a:spLocks noGrp="1"/>
          </p:cNvSpPr>
          <p:nvPr>
            <p:ph type="subTitle" idx="6"/>
          </p:nvPr>
        </p:nvSpPr>
        <p:spPr>
          <a:xfrm>
            <a:off x="6034189" y="3264705"/>
            <a:ext cx="2389800" cy="91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73" name="Google Shape;173;p21"/>
          <p:cNvSpPr txBox="1">
            <a:spLocks noGrp="1"/>
          </p:cNvSpPr>
          <p:nvPr>
            <p:ph type="subTitle" idx="7"/>
          </p:nvPr>
        </p:nvSpPr>
        <p:spPr>
          <a:xfrm>
            <a:off x="720000" y="1369500"/>
            <a:ext cx="23874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ubik SemiBold"/>
              <a:buNone/>
              <a:defRPr sz="2400">
                <a:solidFill>
                  <a:schemeClr val="dk1"/>
                </a:solidFill>
                <a:latin typeface="Rubik SemiBold"/>
                <a:ea typeface="Rubik SemiBold"/>
                <a:cs typeface="Rubik SemiBold"/>
                <a:sym typeface="Rubik SemiBold"/>
              </a:defRPr>
            </a:lvl1pPr>
            <a:lvl2pPr lvl="1"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2pPr>
            <a:lvl3pPr lvl="2"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3pPr>
            <a:lvl4pPr lvl="3"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4pPr>
            <a:lvl5pPr lvl="4"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5pPr>
            <a:lvl6pPr lvl="5"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6pPr>
            <a:lvl7pPr lvl="6"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7pPr>
            <a:lvl8pPr lvl="7"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8pPr>
            <a:lvl9pPr lvl="8"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9pPr>
          </a:lstStyle>
          <a:p>
            <a:endParaRPr/>
          </a:p>
        </p:txBody>
      </p:sp>
      <p:sp>
        <p:nvSpPr>
          <p:cNvPr id="174" name="Google Shape;174;p21"/>
          <p:cNvSpPr txBox="1">
            <a:spLocks noGrp="1"/>
          </p:cNvSpPr>
          <p:nvPr>
            <p:ph type="subTitle" idx="8"/>
          </p:nvPr>
        </p:nvSpPr>
        <p:spPr>
          <a:xfrm>
            <a:off x="3378178" y="1369500"/>
            <a:ext cx="23874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ubik SemiBold"/>
              <a:buNone/>
              <a:defRPr sz="2400">
                <a:solidFill>
                  <a:schemeClr val="dk1"/>
                </a:solidFill>
                <a:latin typeface="Rubik SemiBold"/>
                <a:ea typeface="Rubik SemiBold"/>
                <a:cs typeface="Rubik SemiBold"/>
                <a:sym typeface="Rubik SemiBold"/>
              </a:defRPr>
            </a:lvl1pPr>
            <a:lvl2pPr lvl="1"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2pPr>
            <a:lvl3pPr lvl="2"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3pPr>
            <a:lvl4pPr lvl="3"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4pPr>
            <a:lvl5pPr lvl="4"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5pPr>
            <a:lvl6pPr lvl="5"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6pPr>
            <a:lvl7pPr lvl="6"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7pPr>
            <a:lvl8pPr lvl="7"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8pPr>
            <a:lvl9pPr lvl="8"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9pPr>
          </a:lstStyle>
          <a:p>
            <a:endParaRPr/>
          </a:p>
        </p:txBody>
      </p:sp>
      <p:sp>
        <p:nvSpPr>
          <p:cNvPr id="175" name="Google Shape;175;p21"/>
          <p:cNvSpPr txBox="1">
            <a:spLocks noGrp="1"/>
          </p:cNvSpPr>
          <p:nvPr>
            <p:ph type="subTitle" idx="9"/>
          </p:nvPr>
        </p:nvSpPr>
        <p:spPr>
          <a:xfrm>
            <a:off x="6036355" y="1369500"/>
            <a:ext cx="23874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ubik SemiBold"/>
              <a:buNone/>
              <a:defRPr sz="2400">
                <a:solidFill>
                  <a:schemeClr val="dk1"/>
                </a:solidFill>
                <a:latin typeface="Rubik SemiBold"/>
                <a:ea typeface="Rubik SemiBold"/>
                <a:cs typeface="Rubik SemiBold"/>
                <a:sym typeface="Rubik SemiBold"/>
              </a:defRPr>
            </a:lvl1pPr>
            <a:lvl2pPr lvl="1"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2pPr>
            <a:lvl3pPr lvl="2"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3pPr>
            <a:lvl4pPr lvl="3"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4pPr>
            <a:lvl5pPr lvl="4"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5pPr>
            <a:lvl6pPr lvl="5"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6pPr>
            <a:lvl7pPr lvl="6"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7pPr>
            <a:lvl8pPr lvl="7"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8pPr>
            <a:lvl9pPr lvl="8"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9pPr>
          </a:lstStyle>
          <a:p>
            <a:endParaRPr/>
          </a:p>
        </p:txBody>
      </p:sp>
      <p:sp>
        <p:nvSpPr>
          <p:cNvPr id="176" name="Google Shape;176;p21"/>
          <p:cNvSpPr txBox="1">
            <a:spLocks noGrp="1"/>
          </p:cNvSpPr>
          <p:nvPr>
            <p:ph type="subTitle" idx="13"/>
          </p:nvPr>
        </p:nvSpPr>
        <p:spPr>
          <a:xfrm>
            <a:off x="720000" y="2877754"/>
            <a:ext cx="23874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ubik SemiBold"/>
              <a:buNone/>
              <a:defRPr sz="2400">
                <a:solidFill>
                  <a:schemeClr val="dk1"/>
                </a:solidFill>
                <a:latin typeface="Rubik SemiBold"/>
                <a:ea typeface="Rubik SemiBold"/>
                <a:cs typeface="Rubik SemiBold"/>
                <a:sym typeface="Rubik SemiBold"/>
              </a:defRPr>
            </a:lvl1pPr>
            <a:lvl2pPr lvl="1"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2pPr>
            <a:lvl3pPr lvl="2"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3pPr>
            <a:lvl4pPr lvl="3"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4pPr>
            <a:lvl5pPr lvl="4"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5pPr>
            <a:lvl6pPr lvl="5"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6pPr>
            <a:lvl7pPr lvl="6"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7pPr>
            <a:lvl8pPr lvl="7"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8pPr>
            <a:lvl9pPr lvl="8"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9pPr>
          </a:lstStyle>
          <a:p>
            <a:endParaRPr/>
          </a:p>
        </p:txBody>
      </p:sp>
      <p:sp>
        <p:nvSpPr>
          <p:cNvPr id="177" name="Google Shape;177;p21"/>
          <p:cNvSpPr txBox="1">
            <a:spLocks noGrp="1"/>
          </p:cNvSpPr>
          <p:nvPr>
            <p:ph type="subTitle" idx="14"/>
          </p:nvPr>
        </p:nvSpPr>
        <p:spPr>
          <a:xfrm>
            <a:off x="3378178" y="2877754"/>
            <a:ext cx="23874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ubik SemiBold"/>
              <a:buNone/>
              <a:defRPr sz="2400">
                <a:solidFill>
                  <a:schemeClr val="dk1"/>
                </a:solidFill>
                <a:latin typeface="Rubik SemiBold"/>
                <a:ea typeface="Rubik SemiBold"/>
                <a:cs typeface="Rubik SemiBold"/>
                <a:sym typeface="Rubik SemiBold"/>
              </a:defRPr>
            </a:lvl1pPr>
            <a:lvl2pPr lvl="1"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2pPr>
            <a:lvl3pPr lvl="2"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3pPr>
            <a:lvl4pPr lvl="3"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4pPr>
            <a:lvl5pPr lvl="4"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5pPr>
            <a:lvl6pPr lvl="5"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6pPr>
            <a:lvl7pPr lvl="6"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7pPr>
            <a:lvl8pPr lvl="7"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8pPr>
            <a:lvl9pPr lvl="8"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9pPr>
          </a:lstStyle>
          <a:p>
            <a:endParaRPr/>
          </a:p>
        </p:txBody>
      </p:sp>
      <p:sp>
        <p:nvSpPr>
          <p:cNvPr id="178" name="Google Shape;178;p21"/>
          <p:cNvSpPr txBox="1">
            <a:spLocks noGrp="1"/>
          </p:cNvSpPr>
          <p:nvPr>
            <p:ph type="subTitle" idx="15"/>
          </p:nvPr>
        </p:nvSpPr>
        <p:spPr>
          <a:xfrm>
            <a:off x="6036355" y="2877754"/>
            <a:ext cx="23874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ubik SemiBold"/>
              <a:buNone/>
              <a:defRPr sz="2400">
                <a:solidFill>
                  <a:schemeClr val="dk1"/>
                </a:solidFill>
                <a:latin typeface="Rubik SemiBold"/>
                <a:ea typeface="Rubik SemiBold"/>
                <a:cs typeface="Rubik SemiBold"/>
                <a:sym typeface="Rubik SemiBold"/>
              </a:defRPr>
            </a:lvl1pPr>
            <a:lvl2pPr lvl="1"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2pPr>
            <a:lvl3pPr lvl="2"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3pPr>
            <a:lvl4pPr lvl="3"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4pPr>
            <a:lvl5pPr lvl="4"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5pPr>
            <a:lvl6pPr lvl="5"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6pPr>
            <a:lvl7pPr lvl="6"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7pPr>
            <a:lvl8pPr lvl="7"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8pPr>
            <a:lvl9pPr lvl="8" algn="ctr" rtl="0">
              <a:lnSpc>
                <a:spcPct val="100000"/>
              </a:lnSpc>
              <a:spcBef>
                <a:spcPts val="0"/>
              </a:spcBef>
              <a:spcAft>
                <a:spcPts val="0"/>
              </a:spcAft>
              <a:buSzPts val="2400"/>
              <a:buFont typeface="Rubik SemiBold"/>
              <a:buNone/>
              <a:defRPr sz="2400">
                <a:latin typeface="Rubik SemiBold"/>
                <a:ea typeface="Rubik SemiBold"/>
                <a:cs typeface="Rubik SemiBold"/>
                <a:sym typeface="Rubik SemiBold"/>
              </a:defRPr>
            </a:lvl9pPr>
          </a:lstStyle>
          <a:p>
            <a:endParaRPr/>
          </a:p>
        </p:txBody>
      </p:sp>
      <p:grpSp>
        <p:nvGrpSpPr>
          <p:cNvPr id="179" name="Google Shape;179;p21"/>
          <p:cNvGrpSpPr/>
          <p:nvPr/>
        </p:nvGrpSpPr>
        <p:grpSpPr>
          <a:xfrm>
            <a:off x="0" y="-17975"/>
            <a:ext cx="9143989" cy="5161475"/>
            <a:chOff x="0" y="-17975"/>
            <a:chExt cx="9143989" cy="5161475"/>
          </a:xfrm>
        </p:grpSpPr>
        <p:sp>
          <p:nvSpPr>
            <p:cNvPr id="180" name="Google Shape;180;p21"/>
            <p:cNvSpPr/>
            <p:nvPr/>
          </p:nvSpPr>
          <p:spPr>
            <a:xfrm>
              <a:off x="0" y="4737900"/>
              <a:ext cx="2776200" cy="405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81" name="Google Shape;181;p21"/>
            <p:cNvSpPr/>
            <p:nvPr/>
          </p:nvSpPr>
          <p:spPr>
            <a:xfrm>
              <a:off x="5402689" y="-17975"/>
              <a:ext cx="3741300" cy="267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82" name="Google Shape;182;p21"/>
            <p:cNvSpPr/>
            <p:nvPr/>
          </p:nvSpPr>
          <p:spPr>
            <a:xfrm rot="5400000">
              <a:off x="-1105650" y="1087675"/>
              <a:ext cx="23451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83" name="Google Shape;183;p21"/>
            <p:cNvSpPr/>
            <p:nvPr/>
          </p:nvSpPr>
          <p:spPr>
            <a:xfrm rot="5400000">
              <a:off x="8029200" y="4162500"/>
              <a:ext cx="18282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184"/>
        <p:cNvGrpSpPr/>
        <p:nvPr/>
      </p:nvGrpSpPr>
      <p:grpSpPr>
        <a:xfrm>
          <a:off x="0" y="0"/>
          <a:ext cx="0" cy="0"/>
          <a:chOff x="0" y="0"/>
          <a:chExt cx="0" cy="0"/>
        </a:xfrm>
      </p:grpSpPr>
      <p:sp>
        <p:nvSpPr>
          <p:cNvPr id="185" name="Google Shape;185;p22"/>
          <p:cNvSpPr txBox="1">
            <a:spLocks noGrp="1"/>
          </p:cNvSpPr>
          <p:nvPr>
            <p:ph type="title" hasCustomPrompt="1"/>
          </p:nvPr>
        </p:nvSpPr>
        <p:spPr>
          <a:xfrm>
            <a:off x="2252700" y="3309188"/>
            <a:ext cx="4638600" cy="7689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86" name="Google Shape;186;p22"/>
          <p:cNvSpPr txBox="1">
            <a:spLocks noGrp="1"/>
          </p:cNvSpPr>
          <p:nvPr>
            <p:ph type="subTitle" idx="1"/>
          </p:nvPr>
        </p:nvSpPr>
        <p:spPr>
          <a:xfrm>
            <a:off x="2252700" y="3983211"/>
            <a:ext cx="46386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200"/>
              <a:buFont typeface="PT Sans"/>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
        <p:nvSpPr>
          <p:cNvPr id="187" name="Google Shape;187;p22"/>
          <p:cNvSpPr txBox="1">
            <a:spLocks noGrp="1"/>
          </p:cNvSpPr>
          <p:nvPr>
            <p:ph type="title" idx="2" hasCustomPrompt="1"/>
          </p:nvPr>
        </p:nvSpPr>
        <p:spPr>
          <a:xfrm>
            <a:off x="2252700" y="2051888"/>
            <a:ext cx="4638600" cy="7689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88" name="Google Shape;188;p22"/>
          <p:cNvSpPr txBox="1">
            <a:spLocks noGrp="1"/>
          </p:cNvSpPr>
          <p:nvPr>
            <p:ph type="subTitle" idx="3"/>
          </p:nvPr>
        </p:nvSpPr>
        <p:spPr>
          <a:xfrm>
            <a:off x="2252700" y="2725911"/>
            <a:ext cx="46386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200"/>
              <a:buFont typeface="PT Sans"/>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
        <p:nvSpPr>
          <p:cNvPr id="189" name="Google Shape;189;p22"/>
          <p:cNvSpPr txBox="1">
            <a:spLocks noGrp="1"/>
          </p:cNvSpPr>
          <p:nvPr>
            <p:ph type="title" idx="4" hasCustomPrompt="1"/>
          </p:nvPr>
        </p:nvSpPr>
        <p:spPr>
          <a:xfrm>
            <a:off x="2252700" y="794588"/>
            <a:ext cx="4638600" cy="7689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90" name="Google Shape;190;p22"/>
          <p:cNvSpPr txBox="1">
            <a:spLocks noGrp="1"/>
          </p:cNvSpPr>
          <p:nvPr>
            <p:ph type="subTitle" idx="5"/>
          </p:nvPr>
        </p:nvSpPr>
        <p:spPr>
          <a:xfrm>
            <a:off x="2252700" y="1468611"/>
            <a:ext cx="46386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200"/>
              <a:buFont typeface="PT Sans"/>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grpSp>
        <p:nvGrpSpPr>
          <p:cNvPr id="191" name="Google Shape;191;p22"/>
          <p:cNvGrpSpPr/>
          <p:nvPr/>
        </p:nvGrpSpPr>
        <p:grpSpPr>
          <a:xfrm>
            <a:off x="-11" y="-8300"/>
            <a:ext cx="9144011" cy="5151800"/>
            <a:chOff x="-11" y="-8300"/>
            <a:chExt cx="9144011" cy="5151800"/>
          </a:xfrm>
        </p:grpSpPr>
        <p:sp>
          <p:nvSpPr>
            <p:cNvPr id="192" name="Google Shape;192;p22"/>
            <p:cNvSpPr/>
            <p:nvPr/>
          </p:nvSpPr>
          <p:spPr>
            <a:xfrm rot="10800000" flipH="1">
              <a:off x="-11" y="138150"/>
              <a:ext cx="18282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93" name="Google Shape;193;p22"/>
            <p:cNvSpPr/>
            <p:nvPr/>
          </p:nvSpPr>
          <p:spPr>
            <a:xfrm flipH="1">
              <a:off x="5561100" y="4876200"/>
              <a:ext cx="3582900" cy="267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94" name="Google Shape;194;p22"/>
            <p:cNvSpPr/>
            <p:nvPr/>
          </p:nvSpPr>
          <p:spPr>
            <a:xfrm rot="5400000" flipH="1">
              <a:off x="6896575" y="1525900"/>
              <a:ext cx="32022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195"/>
        <p:cNvGrpSpPr/>
        <p:nvPr/>
      </p:nvGrpSpPr>
      <p:grpSpPr>
        <a:xfrm>
          <a:off x="0" y="0"/>
          <a:ext cx="0" cy="0"/>
          <a:chOff x="0" y="0"/>
          <a:chExt cx="0" cy="0"/>
        </a:xfrm>
      </p:grpSpPr>
      <p:sp>
        <p:nvSpPr>
          <p:cNvPr id="196" name="Google Shape;196;p23"/>
          <p:cNvSpPr txBox="1">
            <a:spLocks noGrp="1"/>
          </p:cNvSpPr>
          <p:nvPr>
            <p:ph type="title"/>
          </p:nvPr>
        </p:nvSpPr>
        <p:spPr>
          <a:xfrm>
            <a:off x="713313" y="772291"/>
            <a:ext cx="4945800" cy="10587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97" name="Google Shape;197;p23"/>
          <p:cNvSpPr txBox="1">
            <a:spLocks noGrp="1"/>
          </p:cNvSpPr>
          <p:nvPr>
            <p:ph type="subTitle" idx="1"/>
          </p:nvPr>
        </p:nvSpPr>
        <p:spPr>
          <a:xfrm>
            <a:off x="713225" y="1642094"/>
            <a:ext cx="4945800" cy="1105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grpSp>
        <p:nvGrpSpPr>
          <p:cNvPr id="198" name="Google Shape;198;p23"/>
          <p:cNvGrpSpPr/>
          <p:nvPr/>
        </p:nvGrpSpPr>
        <p:grpSpPr>
          <a:xfrm>
            <a:off x="125" y="-17975"/>
            <a:ext cx="9143864" cy="5195075"/>
            <a:chOff x="125" y="-17975"/>
            <a:chExt cx="9143864" cy="5195075"/>
          </a:xfrm>
        </p:grpSpPr>
        <p:sp>
          <p:nvSpPr>
            <p:cNvPr id="199" name="Google Shape;199;p23"/>
            <p:cNvSpPr/>
            <p:nvPr/>
          </p:nvSpPr>
          <p:spPr>
            <a:xfrm rot="5400000">
              <a:off x="6280675" y="3027000"/>
              <a:ext cx="3894600" cy="405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00" name="Google Shape;200;p23"/>
            <p:cNvSpPr/>
            <p:nvPr/>
          </p:nvSpPr>
          <p:spPr>
            <a:xfrm>
              <a:off x="5402689" y="-17975"/>
              <a:ext cx="3741300" cy="267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01" name="Google Shape;201;p23"/>
            <p:cNvSpPr/>
            <p:nvPr/>
          </p:nvSpPr>
          <p:spPr>
            <a:xfrm rot="5400000">
              <a:off x="0" y="195475"/>
              <a:ext cx="5607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02" name="Google Shape;202;p23"/>
            <p:cNvSpPr/>
            <p:nvPr/>
          </p:nvSpPr>
          <p:spPr>
            <a:xfrm rot="10800000">
              <a:off x="125" y="4830000"/>
              <a:ext cx="50670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203" name="Google Shape;203;p23"/>
          <p:cNvSpPr txBox="1"/>
          <p:nvPr/>
        </p:nvSpPr>
        <p:spPr>
          <a:xfrm>
            <a:off x="713325" y="3510856"/>
            <a:ext cx="4945800" cy="5562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200" b="1">
                <a:solidFill>
                  <a:schemeClr val="dk1"/>
                </a:solidFill>
                <a:latin typeface="Open Sans"/>
                <a:ea typeface="Open Sans"/>
                <a:cs typeface="Open Sans"/>
                <a:sym typeface="Open Sans"/>
              </a:rPr>
              <a:t>CREDITS:</a:t>
            </a:r>
            <a:r>
              <a:rPr lang="en" sz="1200">
                <a:solidFill>
                  <a:schemeClr val="dk1"/>
                </a:solidFill>
                <a:latin typeface="Open Sans"/>
                <a:ea typeface="Open Sans"/>
                <a:cs typeface="Open Sans"/>
                <a:sym typeface="Open Sans"/>
              </a:rPr>
              <a:t> This presentation template was created by </a:t>
            </a:r>
            <a:r>
              <a:rPr lang="en" sz="1200" b="1" u="sng">
                <a:solidFill>
                  <a:schemeClr val="hlink"/>
                </a:solidFill>
                <a:latin typeface="Open Sans"/>
                <a:ea typeface="Open Sans"/>
                <a:cs typeface="Open Sans"/>
                <a:sym typeface="Open Sans"/>
                <a:hlinkClick r:id="rId2"/>
              </a:rPr>
              <a:t>Slidesgo</a:t>
            </a:r>
            <a:r>
              <a:rPr lang="en" sz="1200">
                <a:solidFill>
                  <a:schemeClr val="dk1"/>
                </a:solidFill>
                <a:latin typeface="Open Sans"/>
                <a:ea typeface="Open Sans"/>
                <a:cs typeface="Open Sans"/>
                <a:sym typeface="Open Sans"/>
              </a:rPr>
              <a:t>, and includes icons by </a:t>
            </a:r>
            <a:r>
              <a:rPr lang="en" sz="1200" b="1" u="sng">
                <a:solidFill>
                  <a:schemeClr val="dk1"/>
                </a:solidFill>
                <a:latin typeface="Open Sans"/>
                <a:ea typeface="Open Sans"/>
                <a:cs typeface="Open Sans"/>
                <a:sym typeface="Open Sans"/>
                <a:hlinkClick r:id="rId3">
                  <a:extLst>
                    <a:ext uri="{A12FA001-AC4F-418D-AE19-62706E023703}">
                      <ahyp:hlinkClr xmlns:ahyp="http://schemas.microsoft.com/office/drawing/2018/hyperlinkcolor" val="tx"/>
                    </a:ext>
                  </a:extLst>
                </a:hlinkClick>
              </a:rPr>
              <a:t>Flaticon</a:t>
            </a:r>
            <a:r>
              <a:rPr lang="en" sz="1200">
                <a:solidFill>
                  <a:schemeClr val="dk1"/>
                </a:solidFill>
                <a:latin typeface="Open Sans"/>
                <a:ea typeface="Open Sans"/>
                <a:cs typeface="Open Sans"/>
                <a:sym typeface="Open Sans"/>
              </a:rPr>
              <a:t>, and infographics &amp; images by </a:t>
            </a:r>
            <a:r>
              <a:rPr lang="en" sz="1200" b="1" u="sng">
                <a:solidFill>
                  <a:schemeClr val="dk1"/>
                </a:solidFill>
                <a:latin typeface="Open Sans"/>
                <a:ea typeface="Open Sans"/>
                <a:cs typeface="Open Sans"/>
                <a:sym typeface="Open Sans"/>
                <a:hlinkClick r:id="rId4">
                  <a:extLst>
                    <a:ext uri="{A12FA001-AC4F-418D-AE19-62706E023703}">
                      <ahyp:hlinkClr xmlns:ahyp="http://schemas.microsoft.com/office/drawing/2018/hyperlinkcolor" val="tx"/>
                    </a:ext>
                  </a:extLst>
                </a:hlinkClick>
              </a:rPr>
              <a:t>Freepik</a:t>
            </a:r>
            <a:r>
              <a:rPr lang="en" sz="1200" u="sng">
                <a:solidFill>
                  <a:schemeClr val="dk1"/>
                </a:solidFill>
                <a:latin typeface="Open Sans"/>
                <a:ea typeface="Open Sans"/>
                <a:cs typeface="Open Sans"/>
                <a:sym typeface="Open Sans"/>
              </a:rPr>
              <a:t> </a:t>
            </a:r>
            <a:endParaRPr sz="1200" b="1" u="sng">
              <a:solidFill>
                <a:schemeClr val="dk1"/>
              </a:solidFill>
              <a:latin typeface="Open Sans"/>
              <a:ea typeface="Open Sans"/>
              <a:cs typeface="Open Sans"/>
              <a:sym typeface="Open Sa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04"/>
        <p:cNvGrpSpPr/>
        <p:nvPr/>
      </p:nvGrpSpPr>
      <p:grpSpPr>
        <a:xfrm>
          <a:off x="0" y="0"/>
          <a:ext cx="0" cy="0"/>
          <a:chOff x="0" y="0"/>
          <a:chExt cx="0" cy="0"/>
        </a:xfrm>
      </p:grpSpPr>
      <p:grpSp>
        <p:nvGrpSpPr>
          <p:cNvPr id="205" name="Google Shape;205;p24"/>
          <p:cNvGrpSpPr/>
          <p:nvPr/>
        </p:nvGrpSpPr>
        <p:grpSpPr>
          <a:xfrm>
            <a:off x="-11" y="0"/>
            <a:ext cx="9144011" cy="5143500"/>
            <a:chOff x="-11" y="0"/>
            <a:chExt cx="9144011" cy="5143500"/>
          </a:xfrm>
        </p:grpSpPr>
        <p:sp>
          <p:nvSpPr>
            <p:cNvPr id="206" name="Google Shape;206;p24"/>
            <p:cNvSpPr/>
            <p:nvPr/>
          </p:nvSpPr>
          <p:spPr>
            <a:xfrm rot="-5400000">
              <a:off x="7553100" y="3552600"/>
              <a:ext cx="2776200" cy="405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07" name="Google Shape;207;p24"/>
            <p:cNvSpPr/>
            <p:nvPr/>
          </p:nvSpPr>
          <p:spPr>
            <a:xfrm>
              <a:off x="-11" y="4876200"/>
              <a:ext cx="3741300" cy="267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08" name="Google Shape;208;p24"/>
            <p:cNvSpPr/>
            <p:nvPr/>
          </p:nvSpPr>
          <p:spPr>
            <a:xfrm>
              <a:off x="6785375" y="138150"/>
              <a:ext cx="2358600" cy="133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09" name="Google Shape;209;p24"/>
            <p:cNvSpPr/>
            <p:nvPr/>
          </p:nvSpPr>
          <p:spPr>
            <a:xfrm rot="5400000">
              <a:off x="-847200" y="847200"/>
              <a:ext cx="18282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10"/>
        <p:cNvGrpSpPr/>
        <p:nvPr/>
      </p:nvGrpSpPr>
      <p:grpSpPr>
        <a:xfrm>
          <a:off x="0" y="0"/>
          <a:ext cx="0" cy="0"/>
          <a:chOff x="0" y="0"/>
          <a:chExt cx="0" cy="0"/>
        </a:xfrm>
      </p:grpSpPr>
      <p:grpSp>
        <p:nvGrpSpPr>
          <p:cNvPr id="211" name="Google Shape;211;p25"/>
          <p:cNvGrpSpPr/>
          <p:nvPr/>
        </p:nvGrpSpPr>
        <p:grpSpPr>
          <a:xfrm rot="10800000">
            <a:off x="-11" y="0"/>
            <a:ext cx="9144011" cy="5143500"/>
            <a:chOff x="-11" y="0"/>
            <a:chExt cx="9144011" cy="5143500"/>
          </a:xfrm>
        </p:grpSpPr>
        <p:sp>
          <p:nvSpPr>
            <p:cNvPr id="212" name="Google Shape;212;p25"/>
            <p:cNvSpPr/>
            <p:nvPr/>
          </p:nvSpPr>
          <p:spPr>
            <a:xfrm rot="-5400000">
              <a:off x="7553100" y="3552600"/>
              <a:ext cx="2776200" cy="405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13" name="Google Shape;213;p25"/>
            <p:cNvSpPr/>
            <p:nvPr/>
          </p:nvSpPr>
          <p:spPr>
            <a:xfrm>
              <a:off x="-11" y="4876200"/>
              <a:ext cx="3741300" cy="267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14" name="Google Shape;214;p25"/>
            <p:cNvSpPr/>
            <p:nvPr/>
          </p:nvSpPr>
          <p:spPr>
            <a:xfrm>
              <a:off x="6785375" y="138150"/>
              <a:ext cx="2358600" cy="133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15" name="Google Shape;215;p25"/>
            <p:cNvSpPr/>
            <p:nvPr/>
          </p:nvSpPr>
          <p:spPr>
            <a:xfrm rot="5400000">
              <a:off x="-847200" y="847200"/>
              <a:ext cx="18282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Rubik SemiBold"/>
              <a:buNone/>
              <a:defRPr sz="3500">
                <a:solidFill>
                  <a:schemeClr val="dk1"/>
                </a:solidFill>
                <a:latin typeface="Rubik SemiBold"/>
                <a:ea typeface="Rubik SemiBold"/>
                <a:cs typeface="Rubik SemiBold"/>
                <a:sym typeface="Rubik SemiBold"/>
              </a:defRPr>
            </a:lvl1pPr>
            <a:lvl2pPr lvl="1" rtl="0">
              <a:spcBef>
                <a:spcPts val="0"/>
              </a:spcBef>
              <a:spcAft>
                <a:spcPts val="0"/>
              </a:spcAft>
              <a:buClr>
                <a:schemeClr val="dk1"/>
              </a:buClr>
              <a:buSzPts val="3500"/>
              <a:buFont typeface="Rubik SemiBold"/>
              <a:buNone/>
              <a:defRPr sz="3500">
                <a:solidFill>
                  <a:schemeClr val="dk1"/>
                </a:solidFill>
                <a:latin typeface="Rubik SemiBold"/>
                <a:ea typeface="Rubik SemiBold"/>
                <a:cs typeface="Rubik SemiBold"/>
                <a:sym typeface="Rubik SemiBold"/>
              </a:defRPr>
            </a:lvl2pPr>
            <a:lvl3pPr lvl="2" rtl="0">
              <a:spcBef>
                <a:spcPts val="0"/>
              </a:spcBef>
              <a:spcAft>
                <a:spcPts val="0"/>
              </a:spcAft>
              <a:buClr>
                <a:schemeClr val="dk1"/>
              </a:buClr>
              <a:buSzPts val="3500"/>
              <a:buFont typeface="Rubik SemiBold"/>
              <a:buNone/>
              <a:defRPr sz="3500">
                <a:solidFill>
                  <a:schemeClr val="dk1"/>
                </a:solidFill>
                <a:latin typeface="Rubik SemiBold"/>
                <a:ea typeface="Rubik SemiBold"/>
                <a:cs typeface="Rubik SemiBold"/>
                <a:sym typeface="Rubik SemiBold"/>
              </a:defRPr>
            </a:lvl3pPr>
            <a:lvl4pPr lvl="3" rtl="0">
              <a:spcBef>
                <a:spcPts val="0"/>
              </a:spcBef>
              <a:spcAft>
                <a:spcPts val="0"/>
              </a:spcAft>
              <a:buClr>
                <a:schemeClr val="dk1"/>
              </a:buClr>
              <a:buSzPts val="3500"/>
              <a:buFont typeface="Rubik SemiBold"/>
              <a:buNone/>
              <a:defRPr sz="3500">
                <a:solidFill>
                  <a:schemeClr val="dk1"/>
                </a:solidFill>
                <a:latin typeface="Rubik SemiBold"/>
                <a:ea typeface="Rubik SemiBold"/>
                <a:cs typeface="Rubik SemiBold"/>
                <a:sym typeface="Rubik SemiBold"/>
              </a:defRPr>
            </a:lvl4pPr>
            <a:lvl5pPr lvl="4" rtl="0">
              <a:spcBef>
                <a:spcPts val="0"/>
              </a:spcBef>
              <a:spcAft>
                <a:spcPts val="0"/>
              </a:spcAft>
              <a:buClr>
                <a:schemeClr val="dk1"/>
              </a:buClr>
              <a:buSzPts val="3500"/>
              <a:buFont typeface="Rubik SemiBold"/>
              <a:buNone/>
              <a:defRPr sz="3500">
                <a:solidFill>
                  <a:schemeClr val="dk1"/>
                </a:solidFill>
                <a:latin typeface="Rubik SemiBold"/>
                <a:ea typeface="Rubik SemiBold"/>
                <a:cs typeface="Rubik SemiBold"/>
                <a:sym typeface="Rubik SemiBold"/>
              </a:defRPr>
            </a:lvl5pPr>
            <a:lvl6pPr lvl="5" rtl="0">
              <a:spcBef>
                <a:spcPts val="0"/>
              </a:spcBef>
              <a:spcAft>
                <a:spcPts val="0"/>
              </a:spcAft>
              <a:buClr>
                <a:schemeClr val="dk1"/>
              </a:buClr>
              <a:buSzPts val="3500"/>
              <a:buFont typeface="Rubik SemiBold"/>
              <a:buNone/>
              <a:defRPr sz="3500">
                <a:solidFill>
                  <a:schemeClr val="dk1"/>
                </a:solidFill>
                <a:latin typeface="Rubik SemiBold"/>
                <a:ea typeface="Rubik SemiBold"/>
                <a:cs typeface="Rubik SemiBold"/>
                <a:sym typeface="Rubik SemiBold"/>
              </a:defRPr>
            </a:lvl6pPr>
            <a:lvl7pPr lvl="6" rtl="0">
              <a:spcBef>
                <a:spcPts val="0"/>
              </a:spcBef>
              <a:spcAft>
                <a:spcPts val="0"/>
              </a:spcAft>
              <a:buClr>
                <a:schemeClr val="dk1"/>
              </a:buClr>
              <a:buSzPts val="3500"/>
              <a:buFont typeface="Rubik SemiBold"/>
              <a:buNone/>
              <a:defRPr sz="3500">
                <a:solidFill>
                  <a:schemeClr val="dk1"/>
                </a:solidFill>
                <a:latin typeface="Rubik SemiBold"/>
                <a:ea typeface="Rubik SemiBold"/>
                <a:cs typeface="Rubik SemiBold"/>
                <a:sym typeface="Rubik SemiBold"/>
              </a:defRPr>
            </a:lvl7pPr>
            <a:lvl8pPr lvl="7" rtl="0">
              <a:spcBef>
                <a:spcPts val="0"/>
              </a:spcBef>
              <a:spcAft>
                <a:spcPts val="0"/>
              </a:spcAft>
              <a:buClr>
                <a:schemeClr val="dk1"/>
              </a:buClr>
              <a:buSzPts val="3500"/>
              <a:buFont typeface="Rubik SemiBold"/>
              <a:buNone/>
              <a:defRPr sz="3500">
                <a:solidFill>
                  <a:schemeClr val="dk1"/>
                </a:solidFill>
                <a:latin typeface="Rubik SemiBold"/>
                <a:ea typeface="Rubik SemiBold"/>
                <a:cs typeface="Rubik SemiBold"/>
                <a:sym typeface="Rubik SemiBold"/>
              </a:defRPr>
            </a:lvl8pPr>
            <a:lvl9pPr lvl="8" rtl="0">
              <a:spcBef>
                <a:spcPts val="0"/>
              </a:spcBef>
              <a:spcAft>
                <a:spcPts val="0"/>
              </a:spcAft>
              <a:buClr>
                <a:schemeClr val="dk1"/>
              </a:buClr>
              <a:buSzPts val="3500"/>
              <a:buFont typeface="Rubik SemiBold"/>
              <a:buNone/>
              <a:defRPr sz="3500">
                <a:solidFill>
                  <a:schemeClr val="dk1"/>
                </a:solidFill>
                <a:latin typeface="Rubik SemiBold"/>
                <a:ea typeface="Rubik SemiBold"/>
                <a:cs typeface="Rubik SemiBold"/>
                <a:sym typeface="Rubik SemiBold"/>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1pPr>
            <a:lvl2pPr marL="914400" lvl="1" indent="-304800">
              <a:lnSpc>
                <a:spcPct val="100000"/>
              </a:lnSpc>
              <a:spcBef>
                <a:spcPts val="160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2pPr>
            <a:lvl3pPr marL="1371600" lvl="2" indent="-304800">
              <a:lnSpc>
                <a:spcPct val="100000"/>
              </a:lnSpc>
              <a:spcBef>
                <a:spcPts val="160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3pPr>
            <a:lvl4pPr marL="1828800" lvl="3" indent="-304800">
              <a:lnSpc>
                <a:spcPct val="100000"/>
              </a:lnSpc>
              <a:spcBef>
                <a:spcPts val="160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4pPr>
            <a:lvl5pPr marL="2286000" lvl="4" indent="-304800">
              <a:lnSpc>
                <a:spcPct val="100000"/>
              </a:lnSpc>
              <a:spcBef>
                <a:spcPts val="160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5pPr>
            <a:lvl6pPr marL="2743200" lvl="5" indent="-304800">
              <a:lnSpc>
                <a:spcPct val="100000"/>
              </a:lnSpc>
              <a:spcBef>
                <a:spcPts val="160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6pPr>
            <a:lvl7pPr marL="3200400" lvl="6" indent="-304800">
              <a:lnSpc>
                <a:spcPct val="100000"/>
              </a:lnSpc>
              <a:spcBef>
                <a:spcPts val="160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7pPr>
            <a:lvl8pPr marL="3657600" lvl="7" indent="-304800">
              <a:lnSpc>
                <a:spcPct val="100000"/>
              </a:lnSpc>
              <a:spcBef>
                <a:spcPts val="160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8pPr>
            <a:lvl9pPr marL="4114800" lvl="8" indent="-304800">
              <a:lnSpc>
                <a:spcPct val="100000"/>
              </a:lnSpc>
              <a:spcBef>
                <a:spcPts val="1600"/>
              </a:spcBef>
              <a:spcAft>
                <a:spcPts val="1600"/>
              </a:spcAft>
              <a:buClr>
                <a:schemeClr val="dk1"/>
              </a:buClr>
              <a:buSzPts val="1200"/>
              <a:buFont typeface="Open Sans"/>
              <a:buChar char="■"/>
              <a:defRPr sz="1200">
                <a:solidFill>
                  <a:schemeClr val="dk1"/>
                </a:solidFill>
                <a:latin typeface="Open Sans"/>
                <a:ea typeface="Open Sans"/>
                <a:cs typeface="Open Sans"/>
                <a:sym typeface="Open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0.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6.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6.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6.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6.xml"/><Relationship Id="rId5" Type="http://schemas.openxmlformats.org/officeDocument/2006/relationships/image" Target="../media/image1.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6.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6.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6"/>
          <p:cNvSpPr txBox="1">
            <a:spLocks noGrp="1"/>
          </p:cNvSpPr>
          <p:nvPr>
            <p:ph type="ctrTitle"/>
          </p:nvPr>
        </p:nvSpPr>
        <p:spPr>
          <a:xfrm>
            <a:off x="214775" y="1290038"/>
            <a:ext cx="7717500" cy="1610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700"/>
              <a:t>Company R Muesli AG</a:t>
            </a:r>
            <a:endParaRPr sz="4700"/>
          </a:p>
        </p:txBody>
      </p:sp>
      <p:sp>
        <p:nvSpPr>
          <p:cNvPr id="221" name="Google Shape;221;p26"/>
          <p:cNvSpPr txBox="1">
            <a:spLocks noGrp="1"/>
          </p:cNvSpPr>
          <p:nvPr>
            <p:ph type="subTitle" idx="1"/>
          </p:nvPr>
        </p:nvSpPr>
        <p:spPr>
          <a:xfrm>
            <a:off x="448500" y="2900150"/>
            <a:ext cx="6272700" cy="1048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By: Mina Yousif, Mason Tresham, Nikolas Carruthers, Yuliia Smovzhenko, Kara Stanlake</a:t>
            </a:r>
            <a:endParaRPr/>
          </a:p>
        </p:txBody>
      </p:sp>
      <p:sp>
        <p:nvSpPr>
          <p:cNvPr id="222" name="Google Shape;222;p26"/>
          <p:cNvSpPr/>
          <p:nvPr/>
        </p:nvSpPr>
        <p:spPr>
          <a:xfrm>
            <a:off x="4460700" y="0"/>
            <a:ext cx="1740600" cy="405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23" name="Google Shape;223;p26"/>
          <p:cNvSpPr/>
          <p:nvPr/>
        </p:nvSpPr>
        <p:spPr>
          <a:xfrm>
            <a:off x="5402689" y="4876200"/>
            <a:ext cx="3741300" cy="267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24" name="Google Shape;224;p26"/>
          <p:cNvSpPr/>
          <p:nvPr/>
        </p:nvSpPr>
        <p:spPr>
          <a:xfrm>
            <a:off x="0" y="917475"/>
            <a:ext cx="24537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25" name="Google Shape;225;p26"/>
          <p:cNvSpPr/>
          <p:nvPr/>
        </p:nvSpPr>
        <p:spPr>
          <a:xfrm rot="5400000">
            <a:off x="8418900" y="457500"/>
            <a:ext cx="1048800" cy="133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26" name="Google Shape;226;p26"/>
          <p:cNvSpPr/>
          <p:nvPr/>
        </p:nvSpPr>
        <p:spPr>
          <a:xfrm>
            <a:off x="0" y="4737900"/>
            <a:ext cx="713400" cy="4056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pic>
        <p:nvPicPr>
          <p:cNvPr id="227" name="Google Shape;227;p26"/>
          <p:cNvPicPr preferRelativeResize="0"/>
          <p:nvPr/>
        </p:nvPicPr>
        <p:blipFill>
          <a:blip r:embed="rId3">
            <a:alphaModFix/>
          </a:blip>
          <a:stretch>
            <a:fillRect/>
          </a:stretch>
        </p:blipFill>
        <p:spPr>
          <a:xfrm>
            <a:off x="6825000" y="1546050"/>
            <a:ext cx="2051400" cy="2051400"/>
          </a:xfrm>
          <a:prstGeom prst="ellipse">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7"/>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Review of Team R’s Company Performance </a:t>
            </a:r>
            <a:endParaRPr/>
          </a:p>
        </p:txBody>
      </p:sp>
      <p:pic>
        <p:nvPicPr>
          <p:cNvPr id="233" name="Google Shape;233;p27"/>
          <p:cNvPicPr preferRelativeResize="0"/>
          <p:nvPr/>
        </p:nvPicPr>
        <p:blipFill>
          <a:blip r:embed="rId3">
            <a:alphaModFix/>
          </a:blip>
          <a:stretch>
            <a:fillRect/>
          </a:stretch>
        </p:blipFill>
        <p:spPr>
          <a:xfrm>
            <a:off x="7849225" y="59475"/>
            <a:ext cx="1204200" cy="1204200"/>
          </a:xfrm>
          <a:prstGeom prst="ellipse">
            <a:avLst/>
          </a:prstGeom>
          <a:noFill/>
          <a:ln>
            <a:noFill/>
          </a:ln>
        </p:spPr>
      </p:pic>
      <p:sp>
        <p:nvSpPr>
          <p:cNvPr id="234" name="Google Shape;234;p27"/>
          <p:cNvSpPr txBox="1"/>
          <p:nvPr/>
        </p:nvSpPr>
        <p:spPr>
          <a:xfrm>
            <a:off x="489975" y="1923025"/>
            <a:ext cx="7526700" cy="1539300"/>
          </a:xfrm>
          <a:prstGeom prst="rect">
            <a:avLst/>
          </a:prstGeom>
          <a:noFill/>
          <a:ln>
            <a:noFill/>
          </a:ln>
        </p:spPr>
        <p:txBody>
          <a:bodyPr spcFirstLastPara="1" wrap="square" lIns="91425" tIns="91425" rIns="91425" bIns="91425" anchor="t" anchorCtr="0">
            <a:spAutoFit/>
          </a:bodyPr>
          <a:lstStyle/>
          <a:p>
            <a:pPr marL="457200" lvl="0" indent="-368300" algn="l" rtl="0">
              <a:spcBef>
                <a:spcPts val="0"/>
              </a:spcBef>
              <a:spcAft>
                <a:spcPts val="0"/>
              </a:spcAft>
              <a:buSzPts val="2200"/>
              <a:buChar char="●"/>
            </a:pPr>
            <a:r>
              <a:rPr lang="en" sz="2200" b="1"/>
              <a:t>Distribution to three main areas of Germany</a:t>
            </a:r>
            <a:endParaRPr sz="2200" b="1"/>
          </a:p>
          <a:p>
            <a:pPr marL="457200" lvl="0" indent="-368300" algn="l" rtl="0">
              <a:spcBef>
                <a:spcPts val="0"/>
              </a:spcBef>
              <a:spcAft>
                <a:spcPts val="0"/>
              </a:spcAft>
              <a:buSzPts val="2200"/>
              <a:buChar char="●"/>
            </a:pPr>
            <a:r>
              <a:rPr lang="en" sz="2200" b="1"/>
              <a:t>Focus on successful products </a:t>
            </a:r>
            <a:endParaRPr sz="2200" b="1"/>
          </a:p>
          <a:p>
            <a:pPr marL="457200" lvl="0" indent="-368300" algn="l" rtl="0">
              <a:spcBef>
                <a:spcPts val="0"/>
              </a:spcBef>
              <a:spcAft>
                <a:spcPts val="0"/>
              </a:spcAft>
              <a:buSzPts val="2200"/>
              <a:buChar char="●"/>
            </a:pPr>
            <a:r>
              <a:rPr lang="en" sz="2200" b="1"/>
              <a:t>Good credit score</a:t>
            </a:r>
            <a:endParaRPr sz="2200" b="1"/>
          </a:p>
          <a:p>
            <a:pPr marL="457200" lvl="0" indent="-368300" algn="l" rtl="0">
              <a:spcBef>
                <a:spcPts val="0"/>
              </a:spcBef>
              <a:spcAft>
                <a:spcPts val="0"/>
              </a:spcAft>
              <a:buSzPts val="2200"/>
              <a:buChar char="●"/>
            </a:pPr>
            <a:r>
              <a:rPr lang="en" sz="2200" b="1"/>
              <a:t>End Company Evaluation: $18.9M</a:t>
            </a:r>
            <a:endParaRPr sz="2200"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8"/>
          <p:cNvSpPr txBox="1">
            <a:spLocks noGrp="1"/>
          </p:cNvSpPr>
          <p:nvPr>
            <p:ph type="title"/>
          </p:nvPr>
        </p:nvSpPr>
        <p:spPr>
          <a:xfrm>
            <a:off x="361700" y="1812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Our Products</a:t>
            </a:r>
            <a:endParaRPr/>
          </a:p>
          <a:p>
            <a:pPr marL="0" lvl="0" indent="0" algn="l" rtl="0">
              <a:spcBef>
                <a:spcPts val="0"/>
              </a:spcBef>
              <a:spcAft>
                <a:spcPts val="0"/>
              </a:spcAft>
              <a:buNone/>
            </a:pPr>
            <a:endParaRPr/>
          </a:p>
        </p:txBody>
      </p:sp>
      <p:sp>
        <p:nvSpPr>
          <p:cNvPr id="240" name="Google Shape;240;p28"/>
          <p:cNvSpPr txBox="1">
            <a:spLocks noGrp="1"/>
          </p:cNvSpPr>
          <p:nvPr>
            <p:ph type="subTitle" idx="7"/>
          </p:nvPr>
        </p:nvSpPr>
        <p:spPr>
          <a:xfrm>
            <a:off x="474963" y="1128050"/>
            <a:ext cx="1916700"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400"/>
              <a:t>Small &amp; Large </a:t>
            </a:r>
            <a:endParaRPr sz="1400"/>
          </a:p>
          <a:p>
            <a:pPr marL="0" lvl="0" indent="0" algn="l" rtl="0">
              <a:spcBef>
                <a:spcPts val="0"/>
              </a:spcBef>
              <a:spcAft>
                <a:spcPts val="0"/>
              </a:spcAft>
              <a:buNone/>
            </a:pPr>
            <a:r>
              <a:rPr lang="en" sz="1400"/>
              <a:t>Nut Muesli</a:t>
            </a:r>
            <a:endParaRPr sz="1400"/>
          </a:p>
        </p:txBody>
      </p:sp>
      <p:sp>
        <p:nvSpPr>
          <p:cNvPr id="241" name="Google Shape;241;p28"/>
          <p:cNvSpPr txBox="1">
            <a:spLocks noGrp="1"/>
          </p:cNvSpPr>
          <p:nvPr>
            <p:ph type="subTitle" idx="9"/>
          </p:nvPr>
        </p:nvSpPr>
        <p:spPr>
          <a:xfrm>
            <a:off x="6555075" y="1077225"/>
            <a:ext cx="1916700"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400"/>
              <a:t>Small Mixed Muesli</a:t>
            </a:r>
            <a:endParaRPr sz="1400"/>
          </a:p>
        </p:txBody>
      </p:sp>
      <p:sp>
        <p:nvSpPr>
          <p:cNvPr id="242" name="Google Shape;242;p28"/>
          <p:cNvSpPr txBox="1">
            <a:spLocks noGrp="1"/>
          </p:cNvSpPr>
          <p:nvPr>
            <p:ph type="subTitle" idx="13"/>
          </p:nvPr>
        </p:nvSpPr>
        <p:spPr>
          <a:xfrm>
            <a:off x="4421250" y="1128054"/>
            <a:ext cx="2387400"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400"/>
              <a:t>Small &amp; Large </a:t>
            </a:r>
            <a:endParaRPr sz="1400"/>
          </a:p>
          <a:p>
            <a:pPr marL="0" lvl="0" indent="0" algn="l" rtl="0">
              <a:spcBef>
                <a:spcPts val="0"/>
              </a:spcBef>
              <a:spcAft>
                <a:spcPts val="0"/>
              </a:spcAft>
              <a:buNone/>
            </a:pPr>
            <a:r>
              <a:rPr lang="en" sz="1400"/>
              <a:t>Strawberry Muesli</a:t>
            </a:r>
            <a:endParaRPr sz="1400"/>
          </a:p>
        </p:txBody>
      </p:sp>
      <p:pic>
        <p:nvPicPr>
          <p:cNvPr id="243" name="Google Shape;243;p28"/>
          <p:cNvPicPr preferRelativeResize="0"/>
          <p:nvPr/>
        </p:nvPicPr>
        <p:blipFill>
          <a:blip r:embed="rId3">
            <a:alphaModFix/>
          </a:blip>
          <a:stretch>
            <a:fillRect/>
          </a:stretch>
        </p:blipFill>
        <p:spPr>
          <a:xfrm>
            <a:off x="7849050" y="35025"/>
            <a:ext cx="1209900" cy="1209900"/>
          </a:xfrm>
          <a:prstGeom prst="ellipse">
            <a:avLst/>
          </a:prstGeom>
          <a:noFill/>
          <a:ln>
            <a:noFill/>
          </a:ln>
        </p:spPr>
      </p:pic>
      <p:sp>
        <p:nvSpPr>
          <p:cNvPr id="244" name="Google Shape;244;p28"/>
          <p:cNvSpPr txBox="1">
            <a:spLocks noGrp="1"/>
          </p:cNvSpPr>
          <p:nvPr>
            <p:ph type="subTitle" idx="13"/>
          </p:nvPr>
        </p:nvSpPr>
        <p:spPr>
          <a:xfrm>
            <a:off x="2624850" y="1128054"/>
            <a:ext cx="2387400"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400"/>
              <a:t>Small &amp; Large </a:t>
            </a:r>
            <a:endParaRPr sz="1400"/>
          </a:p>
          <a:p>
            <a:pPr marL="0" lvl="0" indent="0" algn="l" rtl="0">
              <a:spcBef>
                <a:spcPts val="0"/>
              </a:spcBef>
              <a:spcAft>
                <a:spcPts val="0"/>
              </a:spcAft>
              <a:buNone/>
            </a:pPr>
            <a:r>
              <a:rPr lang="en" sz="1400"/>
              <a:t>Original Muesli</a:t>
            </a:r>
            <a:endParaRPr sz="1400"/>
          </a:p>
        </p:txBody>
      </p:sp>
      <p:pic>
        <p:nvPicPr>
          <p:cNvPr id="245" name="Google Shape;245;p28"/>
          <p:cNvPicPr preferRelativeResize="0"/>
          <p:nvPr/>
        </p:nvPicPr>
        <p:blipFill>
          <a:blip r:embed="rId4">
            <a:alphaModFix/>
          </a:blip>
          <a:stretch>
            <a:fillRect/>
          </a:stretch>
        </p:blipFill>
        <p:spPr>
          <a:xfrm>
            <a:off x="474966" y="1711287"/>
            <a:ext cx="1784435" cy="2039350"/>
          </a:xfrm>
          <a:prstGeom prst="rect">
            <a:avLst/>
          </a:prstGeom>
          <a:noFill/>
          <a:ln>
            <a:noFill/>
          </a:ln>
        </p:spPr>
      </p:pic>
      <p:pic>
        <p:nvPicPr>
          <p:cNvPr id="246" name="Google Shape;246;p28"/>
          <p:cNvPicPr preferRelativeResize="0"/>
          <p:nvPr/>
        </p:nvPicPr>
        <p:blipFill>
          <a:blip r:embed="rId5">
            <a:alphaModFix/>
          </a:blip>
          <a:stretch>
            <a:fillRect/>
          </a:stretch>
        </p:blipFill>
        <p:spPr>
          <a:xfrm>
            <a:off x="2554825" y="1727350"/>
            <a:ext cx="1756331" cy="2007225"/>
          </a:xfrm>
          <a:prstGeom prst="rect">
            <a:avLst/>
          </a:prstGeom>
          <a:noFill/>
          <a:ln>
            <a:noFill/>
          </a:ln>
        </p:spPr>
      </p:pic>
      <p:pic>
        <p:nvPicPr>
          <p:cNvPr id="247" name="Google Shape;247;p28"/>
          <p:cNvPicPr preferRelativeResize="0"/>
          <p:nvPr/>
        </p:nvPicPr>
        <p:blipFill>
          <a:blip r:embed="rId6">
            <a:alphaModFix/>
          </a:blip>
          <a:stretch>
            <a:fillRect/>
          </a:stretch>
        </p:blipFill>
        <p:spPr>
          <a:xfrm>
            <a:off x="4563625" y="1737266"/>
            <a:ext cx="1738975" cy="1987396"/>
          </a:xfrm>
          <a:prstGeom prst="rect">
            <a:avLst/>
          </a:prstGeom>
          <a:noFill/>
          <a:ln>
            <a:noFill/>
          </a:ln>
        </p:spPr>
      </p:pic>
      <p:pic>
        <p:nvPicPr>
          <p:cNvPr id="248" name="Google Shape;248;p28"/>
          <p:cNvPicPr preferRelativeResize="0"/>
          <p:nvPr/>
        </p:nvPicPr>
        <p:blipFill>
          <a:blip r:embed="rId7">
            <a:alphaModFix/>
          </a:blip>
          <a:stretch>
            <a:fillRect/>
          </a:stretch>
        </p:blipFill>
        <p:spPr>
          <a:xfrm>
            <a:off x="6555073" y="1737250"/>
            <a:ext cx="1738975" cy="1987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pic>
        <p:nvPicPr>
          <p:cNvPr id="253" name="Google Shape;253;p29"/>
          <p:cNvPicPr preferRelativeResize="0"/>
          <p:nvPr/>
        </p:nvPicPr>
        <p:blipFill>
          <a:blip r:embed="rId3">
            <a:alphaModFix/>
          </a:blip>
          <a:stretch>
            <a:fillRect/>
          </a:stretch>
        </p:blipFill>
        <p:spPr>
          <a:xfrm>
            <a:off x="629925" y="215901"/>
            <a:ext cx="7884152" cy="4711674"/>
          </a:xfrm>
          <a:prstGeom prst="rect">
            <a:avLst/>
          </a:prstGeom>
          <a:noFill/>
          <a:ln>
            <a:noFill/>
          </a:ln>
        </p:spPr>
      </p:pic>
      <p:pic>
        <p:nvPicPr>
          <p:cNvPr id="254" name="Google Shape;254;p29"/>
          <p:cNvPicPr preferRelativeResize="0"/>
          <p:nvPr/>
        </p:nvPicPr>
        <p:blipFill>
          <a:blip r:embed="rId4">
            <a:alphaModFix/>
          </a:blip>
          <a:stretch>
            <a:fillRect/>
          </a:stretch>
        </p:blipFill>
        <p:spPr>
          <a:xfrm>
            <a:off x="7849050" y="35025"/>
            <a:ext cx="1209900" cy="1209900"/>
          </a:xfrm>
          <a:prstGeom prst="ellipse">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30"/>
          <p:cNvSpPr txBox="1">
            <a:spLocks noGrp="1"/>
          </p:cNvSpPr>
          <p:nvPr>
            <p:ph type="title"/>
          </p:nvPr>
        </p:nvSpPr>
        <p:spPr>
          <a:xfrm>
            <a:off x="361700" y="1812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Our Sales Forecast</a:t>
            </a:r>
            <a:endParaRPr/>
          </a:p>
          <a:p>
            <a:pPr marL="0" lvl="0" indent="0" algn="l" rtl="0">
              <a:spcBef>
                <a:spcPts val="0"/>
              </a:spcBef>
              <a:spcAft>
                <a:spcPts val="0"/>
              </a:spcAft>
              <a:buNone/>
            </a:pPr>
            <a:endParaRPr/>
          </a:p>
        </p:txBody>
      </p:sp>
      <p:pic>
        <p:nvPicPr>
          <p:cNvPr id="260" name="Google Shape;260;p30"/>
          <p:cNvPicPr preferRelativeResize="0"/>
          <p:nvPr/>
        </p:nvPicPr>
        <p:blipFill>
          <a:blip r:embed="rId3">
            <a:alphaModFix/>
          </a:blip>
          <a:stretch>
            <a:fillRect/>
          </a:stretch>
        </p:blipFill>
        <p:spPr>
          <a:xfrm>
            <a:off x="7874925" y="35025"/>
            <a:ext cx="1184100" cy="1184100"/>
          </a:xfrm>
          <a:prstGeom prst="ellipse">
            <a:avLst/>
          </a:prstGeom>
          <a:noFill/>
          <a:ln>
            <a:noFill/>
          </a:ln>
        </p:spPr>
      </p:pic>
      <p:graphicFrame>
        <p:nvGraphicFramePr>
          <p:cNvPr id="261" name="Google Shape;261;p30"/>
          <p:cNvGraphicFramePr/>
          <p:nvPr/>
        </p:nvGraphicFramePr>
        <p:xfrm>
          <a:off x="845325" y="1517025"/>
          <a:ext cx="3000000" cy="3000000"/>
        </p:xfrm>
        <a:graphic>
          <a:graphicData uri="http://schemas.openxmlformats.org/drawingml/2006/table">
            <a:tbl>
              <a:tblPr>
                <a:noFill/>
                <a:tableStyleId>{D54C3A96-C516-43FB-9C19-7089A6767491}</a:tableStyleId>
              </a:tblPr>
              <a:tblGrid>
                <a:gridCol w="1084825">
                  <a:extLst>
                    <a:ext uri="{9D8B030D-6E8A-4147-A177-3AD203B41FA5}">
                      <a16:colId xmlns:a16="http://schemas.microsoft.com/office/drawing/2014/main" val="20000"/>
                    </a:ext>
                  </a:extLst>
                </a:gridCol>
                <a:gridCol w="1084825">
                  <a:extLst>
                    <a:ext uri="{9D8B030D-6E8A-4147-A177-3AD203B41FA5}">
                      <a16:colId xmlns:a16="http://schemas.microsoft.com/office/drawing/2014/main" val="20001"/>
                    </a:ext>
                  </a:extLst>
                </a:gridCol>
                <a:gridCol w="1084825">
                  <a:extLst>
                    <a:ext uri="{9D8B030D-6E8A-4147-A177-3AD203B41FA5}">
                      <a16:colId xmlns:a16="http://schemas.microsoft.com/office/drawing/2014/main" val="20002"/>
                    </a:ext>
                  </a:extLst>
                </a:gridCol>
                <a:gridCol w="1084825">
                  <a:extLst>
                    <a:ext uri="{9D8B030D-6E8A-4147-A177-3AD203B41FA5}">
                      <a16:colId xmlns:a16="http://schemas.microsoft.com/office/drawing/2014/main" val="20003"/>
                    </a:ext>
                  </a:extLst>
                </a:gridCol>
                <a:gridCol w="1010150">
                  <a:extLst>
                    <a:ext uri="{9D8B030D-6E8A-4147-A177-3AD203B41FA5}">
                      <a16:colId xmlns:a16="http://schemas.microsoft.com/office/drawing/2014/main" val="20004"/>
                    </a:ext>
                  </a:extLst>
                </a:gridCol>
                <a:gridCol w="1159500">
                  <a:extLst>
                    <a:ext uri="{9D8B030D-6E8A-4147-A177-3AD203B41FA5}">
                      <a16:colId xmlns:a16="http://schemas.microsoft.com/office/drawing/2014/main" val="20005"/>
                    </a:ext>
                  </a:extLst>
                </a:gridCol>
                <a:gridCol w="1318200">
                  <a:extLst>
                    <a:ext uri="{9D8B030D-6E8A-4147-A177-3AD203B41FA5}">
                      <a16:colId xmlns:a16="http://schemas.microsoft.com/office/drawing/2014/main" val="20006"/>
                    </a:ext>
                  </a:extLst>
                </a:gridCol>
              </a:tblGrid>
              <a:tr h="626900">
                <a:tc>
                  <a:txBody>
                    <a:bodyPr/>
                    <a:lstStyle/>
                    <a:p>
                      <a:pPr marL="0" lvl="0" indent="0" algn="l" rtl="0">
                        <a:spcBef>
                          <a:spcPts val="0"/>
                        </a:spcBef>
                        <a:spcAft>
                          <a:spcPts val="0"/>
                        </a:spcAft>
                        <a:buNone/>
                      </a:pPr>
                      <a:r>
                        <a:rPr lang="en">
                          <a:latin typeface="Rubik"/>
                          <a:ea typeface="Rubik"/>
                          <a:cs typeface="Rubik"/>
                          <a:sym typeface="Rubik"/>
                        </a:rPr>
                        <a:t>500g Nut</a:t>
                      </a:r>
                      <a:endParaRPr>
                        <a:latin typeface="Rubik"/>
                        <a:ea typeface="Rubik"/>
                        <a:cs typeface="Rubik"/>
                        <a:sym typeface="Rubik"/>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l" rtl="0">
                        <a:spcBef>
                          <a:spcPts val="0"/>
                        </a:spcBef>
                        <a:spcAft>
                          <a:spcPts val="0"/>
                        </a:spcAft>
                        <a:buNone/>
                      </a:pPr>
                      <a:r>
                        <a:rPr lang="en">
                          <a:latin typeface="Rubik"/>
                          <a:ea typeface="Rubik"/>
                          <a:cs typeface="Rubik"/>
                          <a:sym typeface="Rubik"/>
                        </a:rPr>
                        <a:t>1kg Nut</a:t>
                      </a:r>
                      <a:endParaRPr>
                        <a:latin typeface="Rubik"/>
                        <a:ea typeface="Rubik"/>
                        <a:cs typeface="Rubik"/>
                        <a:sym typeface="Rubik"/>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l" rtl="0">
                        <a:spcBef>
                          <a:spcPts val="0"/>
                        </a:spcBef>
                        <a:spcAft>
                          <a:spcPts val="0"/>
                        </a:spcAft>
                        <a:buNone/>
                      </a:pPr>
                      <a:r>
                        <a:rPr lang="en">
                          <a:latin typeface="Rubik"/>
                          <a:ea typeface="Rubik"/>
                          <a:cs typeface="Rubik"/>
                          <a:sym typeface="Rubik"/>
                        </a:rPr>
                        <a:t>500g Original</a:t>
                      </a:r>
                      <a:endParaRPr>
                        <a:latin typeface="Rubik"/>
                        <a:ea typeface="Rubik"/>
                        <a:cs typeface="Rubik"/>
                        <a:sym typeface="Rubik"/>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l" rtl="0">
                        <a:spcBef>
                          <a:spcPts val="0"/>
                        </a:spcBef>
                        <a:spcAft>
                          <a:spcPts val="0"/>
                        </a:spcAft>
                        <a:buNone/>
                      </a:pPr>
                      <a:r>
                        <a:rPr lang="en">
                          <a:latin typeface="Rubik"/>
                          <a:ea typeface="Rubik"/>
                          <a:cs typeface="Rubik"/>
                          <a:sym typeface="Rubik"/>
                        </a:rPr>
                        <a:t>1kg Original</a:t>
                      </a:r>
                      <a:endParaRPr>
                        <a:latin typeface="Rubik"/>
                        <a:ea typeface="Rubik"/>
                        <a:cs typeface="Rubik"/>
                        <a:sym typeface="Rubik"/>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l" rtl="0">
                        <a:spcBef>
                          <a:spcPts val="0"/>
                        </a:spcBef>
                        <a:spcAft>
                          <a:spcPts val="0"/>
                        </a:spcAft>
                        <a:buNone/>
                      </a:pPr>
                      <a:r>
                        <a:rPr lang="en">
                          <a:latin typeface="Rubik"/>
                          <a:ea typeface="Rubik"/>
                          <a:cs typeface="Rubik"/>
                          <a:sym typeface="Rubik"/>
                        </a:rPr>
                        <a:t>500g Mixed</a:t>
                      </a:r>
                      <a:endParaRPr>
                        <a:latin typeface="Rubik"/>
                        <a:ea typeface="Rubik"/>
                        <a:cs typeface="Rubik"/>
                        <a:sym typeface="Rubik"/>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l" rtl="0">
                        <a:spcBef>
                          <a:spcPts val="0"/>
                        </a:spcBef>
                        <a:spcAft>
                          <a:spcPts val="0"/>
                        </a:spcAft>
                        <a:buNone/>
                      </a:pPr>
                      <a:r>
                        <a:rPr lang="en">
                          <a:latin typeface="Rubik"/>
                          <a:ea typeface="Rubik"/>
                          <a:cs typeface="Rubik"/>
                          <a:sym typeface="Rubik"/>
                        </a:rPr>
                        <a:t>500g Strawberry </a:t>
                      </a:r>
                      <a:endParaRPr>
                        <a:latin typeface="Rubik"/>
                        <a:ea typeface="Rubik"/>
                        <a:cs typeface="Rubik"/>
                        <a:sym typeface="Rubik"/>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l" rtl="0">
                        <a:spcBef>
                          <a:spcPts val="0"/>
                        </a:spcBef>
                        <a:spcAft>
                          <a:spcPts val="0"/>
                        </a:spcAft>
                        <a:buNone/>
                      </a:pPr>
                      <a:r>
                        <a:rPr lang="en">
                          <a:latin typeface="Rubik"/>
                          <a:ea typeface="Rubik"/>
                          <a:cs typeface="Rubik"/>
                          <a:sym typeface="Rubik"/>
                        </a:rPr>
                        <a:t>1kg Strawberry</a:t>
                      </a:r>
                      <a:endParaRPr>
                        <a:latin typeface="Rubik"/>
                        <a:ea typeface="Rubik"/>
                        <a:cs typeface="Rubik"/>
                        <a:sym typeface="Rubik"/>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0"/>
                  </a:ext>
                </a:extLst>
              </a:tr>
              <a:tr h="856625">
                <a:tc>
                  <a:txBody>
                    <a:bodyPr/>
                    <a:lstStyle/>
                    <a:p>
                      <a:pPr marL="0" lvl="0" indent="0" algn="l" rtl="0">
                        <a:spcBef>
                          <a:spcPts val="0"/>
                        </a:spcBef>
                        <a:spcAft>
                          <a:spcPts val="0"/>
                        </a:spcAft>
                        <a:buNone/>
                      </a:pPr>
                      <a:r>
                        <a:rPr lang="en">
                          <a:latin typeface="Rubik"/>
                          <a:ea typeface="Rubik"/>
                          <a:cs typeface="Rubik"/>
                          <a:sym typeface="Rubik"/>
                        </a:rPr>
                        <a:t>48,000</a:t>
                      </a:r>
                      <a:endParaRPr>
                        <a:latin typeface="Rubik"/>
                        <a:ea typeface="Rubik"/>
                        <a:cs typeface="Rubik"/>
                        <a:sym typeface="Rubik"/>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l" rtl="0">
                        <a:spcBef>
                          <a:spcPts val="0"/>
                        </a:spcBef>
                        <a:spcAft>
                          <a:spcPts val="0"/>
                        </a:spcAft>
                        <a:buNone/>
                      </a:pPr>
                      <a:r>
                        <a:rPr lang="en">
                          <a:latin typeface="Rubik"/>
                          <a:ea typeface="Rubik"/>
                          <a:cs typeface="Rubik"/>
                          <a:sym typeface="Rubik"/>
                        </a:rPr>
                        <a:t>48,000</a:t>
                      </a:r>
                      <a:endParaRPr>
                        <a:latin typeface="Rubik"/>
                        <a:ea typeface="Rubik"/>
                        <a:cs typeface="Rubik"/>
                        <a:sym typeface="Rubik"/>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l" rtl="0">
                        <a:spcBef>
                          <a:spcPts val="0"/>
                        </a:spcBef>
                        <a:spcAft>
                          <a:spcPts val="0"/>
                        </a:spcAft>
                        <a:buNone/>
                      </a:pPr>
                      <a:r>
                        <a:rPr lang="en">
                          <a:latin typeface="Rubik"/>
                          <a:ea typeface="Rubik"/>
                          <a:cs typeface="Rubik"/>
                          <a:sym typeface="Rubik"/>
                        </a:rPr>
                        <a:t>48,000</a:t>
                      </a:r>
                      <a:endParaRPr>
                        <a:latin typeface="Rubik"/>
                        <a:ea typeface="Rubik"/>
                        <a:cs typeface="Rubik"/>
                        <a:sym typeface="Rubik"/>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l" rtl="0">
                        <a:spcBef>
                          <a:spcPts val="0"/>
                        </a:spcBef>
                        <a:spcAft>
                          <a:spcPts val="0"/>
                        </a:spcAft>
                        <a:buNone/>
                      </a:pPr>
                      <a:r>
                        <a:rPr lang="en">
                          <a:latin typeface="Rubik"/>
                          <a:ea typeface="Rubik"/>
                          <a:cs typeface="Rubik"/>
                          <a:sym typeface="Rubik"/>
                        </a:rPr>
                        <a:t>48,000</a:t>
                      </a:r>
                      <a:endParaRPr>
                        <a:latin typeface="Rubik"/>
                        <a:ea typeface="Rubik"/>
                        <a:cs typeface="Rubik"/>
                        <a:sym typeface="Rubik"/>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l" rtl="0">
                        <a:spcBef>
                          <a:spcPts val="0"/>
                        </a:spcBef>
                        <a:spcAft>
                          <a:spcPts val="0"/>
                        </a:spcAft>
                        <a:buNone/>
                      </a:pPr>
                      <a:r>
                        <a:rPr lang="en">
                          <a:latin typeface="Rubik"/>
                          <a:ea typeface="Rubik"/>
                          <a:cs typeface="Rubik"/>
                          <a:sym typeface="Rubik"/>
                        </a:rPr>
                        <a:t>24,000</a:t>
                      </a:r>
                      <a:endParaRPr>
                        <a:latin typeface="Rubik"/>
                        <a:ea typeface="Rubik"/>
                        <a:cs typeface="Rubik"/>
                        <a:sym typeface="Rubik"/>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l" rtl="0">
                        <a:spcBef>
                          <a:spcPts val="0"/>
                        </a:spcBef>
                        <a:spcAft>
                          <a:spcPts val="0"/>
                        </a:spcAft>
                        <a:buNone/>
                      </a:pPr>
                      <a:r>
                        <a:rPr lang="en">
                          <a:latin typeface="Rubik"/>
                          <a:ea typeface="Rubik"/>
                          <a:cs typeface="Rubik"/>
                          <a:sym typeface="Rubik"/>
                        </a:rPr>
                        <a:t>24,000</a:t>
                      </a:r>
                      <a:endParaRPr>
                        <a:latin typeface="Rubik"/>
                        <a:ea typeface="Rubik"/>
                        <a:cs typeface="Rubik"/>
                        <a:sym typeface="Rubik"/>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l" rtl="0">
                        <a:spcBef>
                          <a:spcPts val="0"/>
                        </a:spcBef>
                        <a:spcAft>
                          <a:spcPts val="0"/>
                        </a:spcAft>
                        <a:buNone/>
                      </a:pPr>
                      <a:r>
                        <a:rPr lang="en">
                          <a:latin typeface="Rubik"/>
                          <a:ea typeface="Rubik"/>
                          <a:cs typeface="Rubik"/>
                          <a:sym typeface="Rubik"/>
                        </a:rPr>
                        <a:t>24,000</a:t>
                      </a:r>
                      <a:endParaRPr>
                        <a:latin typeface="Rubik"/>
                        <a:ea typeface="Rubik"/>
                        <a:cs typeface="Rubik"/>
                        <a:sym typeface="Rubik"/>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31"/>
          <p:cNvSpPr txBox="1">
            <a:spLocks noGrp="1"/>
          </p:cNvSpPr>
          <p:nvPr>
            <p:ph type="title"/>
          </p:nvPr>
        </p:nvSpPr>
        <p:spPr>
          <a:xfrm>
            <a:off x="771750" y="35025"/>
            <a:ext cx="2321100" cy="53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Sales</a:t>
            </a:r>
            <a:endParaRPr sz="3000"/>
          </a:p>
        </p:txBody>
      </p:sp>
      <p:pic>
        <p:nvPicPr>
          <p:cNvPr id="267" name="Google Shape;267;p31"/>
          <p:cNvPicPr preferRelativeResize="0"/>
          <p:nvPr/>
        </p:nvPicPr>
        <p:blipFill>
          <a:blip r:embed="rId3">
            <a:alphaModFix/>
          </a:blip>
          <a:stretch>
            <a:fillRect/>
          </a:stretch>
        </p:blipFill>
        <p:spPr>
          <a:xfrm>
            <a:off x="8034300" y="35025"/>
            <a:ext cx="1109700" cy="1109700"/>
          </a:xfrm>
          <a:prstGeom prst="ellipse">
            <a:avLst/>
          </a:prstGeom>
          <a:noFill/>
          <a:ln>
            <a:noFill/>
          </a:ln>
        </p:spPr>
      </p:pic>
      <p:pic>
        <p:nvPicPr>
          <p:cNvPr id="268" name="Google Shape;268;p31"/>
          <p:cNvPicPr preferRelativeResize="0"/>
          <p:nvPr/>
        </p:nvPicPr>
        <p:blipFill>
          <a:blip r:embed="rId4">
            <a:alphaModFix/>
          </a:blip>
          <a:stretch>
            <a:fillRect/>
          </a:stretch>
        </p:blipFill>
        <p:spPr>
          <a:xfrm>
            <a:off x="947350" y="630450"/>
            <a:ext cx="7043380" cy="43806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32"/>
          <p:cNvSpPr txBox="1">
            <a:spLocks noGrp="1"/>
          </p:cNvSpPr>
          <p:nvPr>
            <p:ph type="title"/>
          </p:nvPr>
        </p:nvSpPr>
        <p:spPr>
          <a:xfrm>
            <a:off x="771750" y="35025"/>
            <a:ext cx="2321100" cy="53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Sales</a:t>
            </a:r>
            <a:endParaRPr sz="3000"/>
          </a:p>
        </p:txBody>
      </p:sp>
      <p:pic>
        <p:nvPicPr>
          <p:cNvPr id="274" name="Google Shape;274;p32"/>
          <p:cNvPicPr preferRelativeResize="0"/>
          <p:nvPr/>
        </p:nvPicPr>
        <p:blipFill>
          <a:blip r:embed="rId3">
            <a:alphaModFix/>
          </a:blip>
          <a:stretch>
            <a:fillRect/>
          </a:stretch>
        </p:blipFill>
        <p:spPr>
          <a:xfrm>
            <a:off x="8016675" y="35025"/>
            <a:ext cx="1042200" cy="1042200"/>
          </a:xfrm>
          <a:prstGeom prst="ellipse">
            <a:avLst/>
          </a:prstGeom>
          <a:noFill/>
          <a:ln>
            <a:noFill/>
          </a:ln>
        </p:spPr>
      </p:pic>
      <p:pic>
        <p:nvPicPr>
          <p:cNvPr id="275" name="Google Shape;275;p32"/>
          <p:cNvPicPr preferRelativeResize="0"/>
          <p:nvPr/>
        </p:nvPicPr>
        <p:blipFill>
          <a:blip r:embed="rId4">
            <a:alphaModFix/>
          </a:blip>
          <a:stretch>
            <a:fillRect/>
          </a:stretch>
        </p:blipFill>
        <p:spPr>
          <a:xfrm>
            <a:off x="917850" y="566925"/>
            <a:ext cx="6865066" cy="427177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33"/>
          <p:cNvSpPr txBox="1">
            <a:spLocks noGrp="1"/>
          </p:cNvSpPr>
          <p:nvPr>
            <p:ph type="title"/>
          </p:nvPr>
        </p:nvSpPr>
        <p:spPr>
          <a:xfrm>
            <a:off x="771750" y="545325"/>
            <a:ext cx="2321100" cy="53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Production </a:t>
            </a:r>
            <a:endParaRPr sz="3000"/>
          </a:p>
        </p:txBody>
      </p:sp>
      <p:pic>
        <p:nvPicPr>
          <p:cNvPr id="281" name="Google Shape;281;p33"/>
          <p:cNvPicPr preferRelativeResize="0"/>
          <p:nvPr/>
        </p:nvPicPr>
        <p:blipFill>
          <a:blip r:embed="rId3">
            <a:alphaModFix/>
          </a:blip>
          <a:stretch>
            <a:fillRect/>
          </a:stretch>
        </p:blipFill>
        <p:spPr>
          <a:xfrm>
            <a:off x="8016675" y="35025"/>
            <a:ext cx="1042200" cy="1042200"/>
          </a:xfrm>
          <a:prstGeom prst="ellipse">
            <a:avLst/>
          </a:prstGeom>
          <a:noFill/>
          <a:ln>
            <a:noFill/>
          </a:ln>
        </p:spPr>
      </p:pic>
      <p:sp>
        <p:nvSpPr>
          <p:cNvPr id="282" name="Google Shape;282;p33"/>
          <p:cNvSpPr txBox="1"/>
          <p:nvPr/>
        </p:nvSpPr>
        <p:spPr>
          <a:xfrm>
            <a:off x="771750" y="1543575"/>
            <a:ext cx="3785400" cy="2157300"/>
          </a:xfrm>
          <a:prstGeom prst="rect">
            <a:avLst/>
          </a:prstGeom>
          <a:noFill/>
          <a:ln>
            <a:noFill/>
          </a:ln>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Our company focused on maximizing production capacity while minimizing downtime. </a:t>
            </a:r>
            <a:endParaRPr sz="1200">
              <a:solidFill>
                <a:schemeClr val="dk1"/>
              </a:solidFill>
              <a:latin typeface="Open Sans"/>
              <a:ea typeface="Open Sans"/>
              <a:cs typeface="Open Sans"/>
              <a:sym typeface="Open Sans"/>
            </a:endParaRPr>
          </a:p>
          <a:p>
            <a:pPr marL="457200" lvl="0" indent="0" algn="l" rtl="0">
              <a:spcBef>
                <a:spcPts val="0"/>
              </a:spcBef>
              <a:spcAft>
                <a:spcPts val="0"/>
              </a:spcAft>
              <a:buNone/>
            </a:pPr>
            <a:endParaRPr sz="1200">
              <a:solidFill>
                <a:schemeClr val="dk1"/>
              </a:solidFill>
              <a:latin typeface="Open Sans"/>
              <a:ea typeface="Open Sans"/>
              <a:cs typeface="Open Sans"/>
              <a:sym typeface="Open Sans"/>
            </a:endParaRPr>
          </a:p>
          <a:p>
            <a:pPr marL="457200" lvl="0" indent="-304800" algn="l" rtl="0">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Quickly created new material orders. </a:t>
            </a:r>
            <a:endParaRPr sz="1200">
              <a:solidFill>
                <a:schemeClr val="dk1"/>
              </a:solidFill>
              <a:latin typeface="Open Sans"/>
              <a:ea typeface="Open Sans"/>
              <a:cs typeface="Open Sans"/>
              <a:sym typeface="Open Sans"/>
            </a:endParaRPr>
          </a:p>
          <a:p>
            <a:pPr marL="457200" lvl="0" indent="0" algn="l" rtl="0">
              <a:spcBef>
                <a:spcPts val="0"/>
              </a:spcBef>
              <a:spcAft>
                <a:spcPts val="0"/>
              </a:spcAft>
              <a:buNone/>
            </a:pPr>
            <a:endParaRPr sz="1200">
              <a:solidFill>
                <a:schemeClr val="dk1"/>
              </a:solidFill>
              <a:latin typeface="Open Sans"/>
              <a:ea typeface="Open Sans"/>
              <a:cs typeface="Open Sans"/>
              <a:sym typeface="Open Sans"/>
            </a:endParaRPr>
          </a:p>
          <a:p>
            <a:pPr marL="457200" lvl="0" indent="-304800" algn="l" rtl="0">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Monitored deliveries. </a:t>
            </a:r>
            <a:endParaRPr sz="1200">
              <a:solidFill>
                <a:schemeClr val="dk1"/>
              </a:solidFill>
              <a:latin typeface="Open Sans"/>
              <a:ea typeface="Open Sans"/>
              <a:cs typeface="Open Sans"/>
              <a:sym typeface="Open Sans"/>
            </a:endParaRPr>
          </a:p>
        </p:txBody>
      </p:sp>
      <p:pic>
        <p:nvPicPr>
          <p:cNvPr id="283" name="Google Shape;283;p33"/>
          <p:cNvPicPr preferRelativeResize="0"/>
          <p:nvPr/>
        </p:nvPicPr>
        <p:blipFill>
          <a:blip r:embed="rId4">
            <a:alphaModFix/>
          </a:blip>
          <a:stretch>
            <a:fillRect/>
          </a:stretch>
        </p:blipFill>
        <p:spPr>
          <a:xfrm>
            <a:off x="4327900" y="835038"/>
            <a:ext cx="4282049" cy="357437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34"/>
          <p:cNvSpPr txBox="1">
            <a:spLocks noGrp="1"/>
          </p:cNvSpPr>
          <p:nvPr>
            <p:ph type="title"/>
          </p:nvPr>
        </p:nvSpPr>
        <p:spPr>
          <a:xfrm>
            <a:off x="889400" y="342050"/>
            <a:ext cx="2062200" cy="53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Distribution</a:t>
            </a:r>
            <a:endParaRPr/>
          </a:p>
        </p:txBody>
      </p:sp>
      <p:pic>
        <p:nvPicPr>
          <p:cNvPr id="289" name="Google Shape;289;p34" descr="page2image54480128"/>
          <p:cNvPicPr preferRelativeResize="0"/>
          <p:nvPr/>
        </p:nvPicPr>
        <p:blipFill>
          <a:blip r:embed="rId3">
            <a:alphaModFix/>
          </a:blip>
          <a:stretch>
            <a:fillRect/>
          </a:stretch>
        </p:blipFill>
        <p:spPr>
          <a:xfrm>
            <a:off x="803725" y="939200"/>
            <a:ext cx="3099100" cy="3677050"/>
          </a:xfrm>
          <a:prstGeom prst="rect">
            <a:avLst/>
          </a:prstGeom>
          <a:noFill/>
          <a:ln>
            <a:noFill/>
          </a:ln>
        </p:spPr>
      </p:pic>
      <p:pic>
        <p:nvPicPr>
          <p:cNvPr id="290" name="Google Shape;290;p34"/>
          <p:cNvPicPr preferRelativeResize="0"/>
          <p:nvPr/>
        </p:nvPicPr>
        <p:blipFill>
          <a:blip r:embed="rId4">
            <a:alphaModFix/>
          </a:blip>
          <a:stretch>
            <a:fillRect/>
          </a:stretch>
        </p:blipFill>
        <p:spPr>
          <a:xfrm>
            <a:off x="4065325" y="1092362"/>
            <a:ext cx="4604324" cy="2958775"/>
          </a:xfrm>
          <a:prstGeom prst="rect">
            <a:avLst/>
          </a:prstGeom>
          <a:noFill/>
          <a:ln>
            <a:noFill/>
          </a:ln>
        </p:spPr>
      </p:pic>
      <p:pic>
        <p:nvPicPr>
          <p:cNvPr id="291" name="Google Shape;291;p34"/>
          <p:cNvPicPr preferRelativeResize="0"/>
          <p:nvPr/>
        </p:nvPicPr>
        <p:blipFill>
          <a:blip r:embed="rId5">
            <a:alphaModFix/>
          </a:blip>
          <a:stretch>
            <a:fillRect/>
          </a:stretch>
        </p:blipFill>
        <p:spPr>
          <a:xfrm>
            <a:off x="7849050" y="35025"/>
            <a:ext cx="1209900" cy="1209900"/>
          </a:xfrm>
          <a:prstGeom prst="ellipse">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35"/>
          <p:cNvSpPr txBox="1">
            <a:spLocks noGrp="1"/>
          </p:cNvSpPr>
          <p:nvPr>
            <p:ph type="title"/>
          </p:nvPr>
        </p:nvSpPr>
        <p:spPr>
          <a:xfrm>
            <a:off x="771750" y="35025"/>
            <a:ext cx="2321100" cy="53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Sales</a:t>
            </a:r>
            <a:endParaRPr sz="3000"/>
          </a:p>
        </p:txBody>
      </p:sp>
      <p:pic>
        <p:nvPicPr>
          <p:cNvPr id="297" name="Google Shape;297;p35"/>
          <p:cNvPicPr preferRelativeResize="0"/>
          <p:nvPr/>
        </p:nvPicPr>
        <p:blipFill>
          <a:blip r:embed="rId3">
            <a:alphaModFix/>
          </a:blip>
          <a:stretch>
            <a:fillRect/>
          </a:stretch>
        </p:blipFill>
        <p:spPr>
          <a:xfrm>
            <a:off x="8016675" y="35025"/>
            <a:ext cx="1042200" cy="1042200"/>
          </a:xfrm>
          <a:prstGeom prst="ellipse">
            <a:avLst/>
          </a:prstGeom>
          <a:noFill/>
          <a:ln>
            <a:noFill/>
          </a:ln>
        </p:spPr>
      </p:pic>
      <p:pic>
        <p:nvPicPr>
          <p:cNvPr id="298" name="Google Shape;298;p35"/>
          <p:cNvPicPr preferRelativeResize="0"/>
          <p:nvPr/>
        </p:nvPicPr>
        <p:blipFill>
          <a:blip r:embed="rId4">
            <a:alphaModFix/>
          </a:blip>
          <a:stretch>
            <a:fillRect/>
          </a:stretch>
        </p:blipFill>
        <p:spPr>
          <a:xfrm>
            <a:off x="-112025" y="1017475"/>
            <a:ext cx="9318323" cy="36081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36"/>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Investments Made: </a:t>
            </a:r>
            <a:endParaRPr/>
          </a:p>
        </p:txBody>
      </p:sp>
      <p:sp>
        <p:nvSpPr>
          <p:cNvPr id="304" name="Google Shape;304;p36"/>
          <p:cNvSpPr txBox="1">
            <a:spLocks noGrp="1"/>
          </p:cNvSpPr>
          <p:nvPr>
            <p:ph type="title" idx="2"/>
          </p:nvPr>
        </p:nvSpPr>
        <p:spPr>
          <a:xfrm>
            <a:off x="720000" y="1460148"/>
            <a:ext cx="834300" cy="758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305" name="Google Shape;305;p36"/>
          <p:cNvSpPr txBox="1">
            <a:spLocks noGrp="1"/>
          </p:cNvSpPr>
          <p:nvPr>
            <p:ph type="subTitle" idx="1"/>
          </p:nvPr>
        </p:nvSpPr>
        <p:spPr>
          <a:xfrm>
            <a:off x="1554405" y="1620000"/>
            <a:ext cx="2940300" cy="457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b="1">
                <a:latin typeface="Rubik"/>
                <a:ea typeface="Rubik"/>
                <a:cs typeface="Rubik"/>
                <a:sym typeface="Rubik"/>
              </a:rPr>
              <a:t>Set-Up Time</a:t>
            </a:r>
            <a:endParaRPr b="1">
              <a:latin typeface="Rubik"/>
              <a:ea typeface="Rubik"/>
              <a:cs typeface="Rubik"/>
              <a:sym typeface="Rubik"/>
            </a:endParaRPr>
          </a:p>
          <a:p>
            <a:pPr marL="0" lvl="0" indent="0" algn="l" rtl="0">
              <a:spcBef>
                <a:spcPts val="0"/>
              </a:spcBef>
              <a:spcAft>
                <a:spcPts val="0"/>
              </a:spcAft>
              <a:buNone/>
            </a:pPr>
            <a:r>
              <a:rPr lang="en" sz="2000"/>
              <a:t>$1,250,000 (3 hours) </a:t>
            </a:r>
            <a:endParaRPr sz="2000"/>
          </a:p>
        </p:txBody>
      </p:sp>
      <p:sp>
        <p:nvSpPr>
          <p:cNvPr id="306" name="Google Shape;306;p36"/>
          <p:cNvSpPr txBox="1">
            <a:spLocks noGrp="1"/>
          </p:cNvSpPr>
          <p:nvPr>
            <p:ph type="title" idx="5"/>
          </p:nvPr>
        </p:nvSpPr>
        <p:spPr>
          <a:xfrm>
            <a:off x="720000" y="2434412"/>
            <a:ext cx="834300" cy="758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307" name="Google Shape;307;p36"/>
          <p:cNvSpPr txBox="1">
            <a:spLocks noGrp="1"/>
          </p:cNvSpPr>
          <p:nvPr>
            <p:ph type="subTitle" idx="6"/>
          </p:nvPr>
        </p:nvSpPr>
        <p:spPr>
          <a:xfrm>
            <a:off x="1554398" y="2585000"/>
            <a:ext cx="3861900" cy="457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Paying off the Loan</a:t>
            </a:r>
            <a:endParaRPr/>
          </a:p>
          <a:p>
            <a:pPr marL="0" lvl="0" indent="0" algn="l" rtl="0">
              <a:spcBef>
                <a:spcPts val="0"/>
              </a:spcBef>
              <a:spcAft>
                <a:spcPts val="0"/>
              </a:spcAft>
              <a:buNone/>
            </a:pPr>
            <a:r>
              <a:rPr lang="en" sz="2000"/>
              <a:t>$3,500,000</a:t>
            </a:r>
            <a:endParaRPr sz="2000"/>
          </a:p>
        </p:txBody>
      </p:sp>
      <p:sp>
        <p:nvSpPr>
          <p:cNvPr id="308" name="Google Shape;308;p36"/>
          <p:cNvSpPr txBox="1">
            <a:spLocks noGrp="1"/>
          </p:cNvSpPr>
          <p:nvPr>
            <p:ph type="title" idx="9"/>
          </p:nvPr>
        </p:nvSpPr>
        <p:spPr>
          <a:xfrm>
            <a:off x="720000" y="3408675"/>
            <a:ext cx="834300" cy="758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309" name="Google Shape;309;p36"/>
          <p:cNvSpPr txBox="1">
            <a:spLocks noGrp="1"/>
          </p:cNvSpPr>
          <p:nvPr>
            <p:ph type="subTitle" idx="13"/>
          </p:nvPr>
        </p:nvSpPr>
        <p:spPr>
          <a:xfrm>
            <a:off x="1554398" y="3550000"/>
            <a:ext cx="4150200" cy="457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Marketing (See Next Slide)</a:t>
            </a:r>
            <a:endParaRPr/>
          </a:p>
        </p:txBody>
      </p:sp>
      <p:pic>
        <p:nvPicPr>
          <p:cNvPr id="310" name="Google Shape;310;p36"/>
          <p:cNvPicPr preferRelativeResize="0"/>
          <p:nvPr/>
        </p:nvPicPr>
        <p:blipFill>
          <a:blip r:embed="rId3">
            <a:alphaModFix/>
          </a:blip>
          <a:stretch>
            <a:fillRect/>
          </a:stretch>
        </p:blipFill>
        <p:spPr>
          <a:xfrm>
            <a:off x="8016675" y="35025"/>
            <a:ext cx="1042200" cy="1042200"/>
          </a:xfrm>
          <a:prstGeom prst="ellipse">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37"/>
          <p:cNvSpPr txBox="1">
            <a:spLocks noGrp="1"/>
          </p:cNvSpPr>
          <p:nvPr>
            <p:ph type="title"/>
          </p:nvPr>
        </p:nvSpPr>
        <p:spPr>
          <a:xfrm>
            <a:off x="1185025" y="399075"/>
            <a:ext cx="39048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Marketing</a:t>
            </a:r>
            <a:endParaRPr/>
          </a:p>
        </p:txBody>
      </p:sp>
      <p:pic>
        <p:nvPicPr>
          <p:cNvPr id="316" name="Google Shape;316;p37"/>
          <p:cNvPicPr preferRelativeResize="0"/>
          <p:nvPr/>
        </p:nvPicPr>
        <p:blipFill>
          <a:blip r:embed="rId3">
            <a:alphaModFix/>
          </a:blip>
          <a:stretch>
            <a:fillRect/>
          </a:stretch>
        </p:blipFill>
        <p:spPr>
          <a:xfrm>
            <a:off x="1308399" y="1171175"/>
            <a:ext cx="4211250" cy="3502550"/>
          </a:xfrm>
          <a:prstGeom prst="rect">
            <a:avLst/>
          </a:prstGeom>
          <a:noFill/>
          <a:ln>
            <a:noFill/>
          </a:ln>
        </p:spPr>
      </p:pic>
      <p:pic>
        <p:nvPicPr>
          <p:cNvPr id="317" name="Google Shape;317;p37"/>
          <p:cNvPicPr preferRelativeResize="0"/>
          <p:nvPr/>
        </p:nvPicPr>
        <p:blipFill>
          <a:blip r:embed="rId4">
            <a:alphaModFix/>
          </a:blip>
          <a:stretch>
            <a:fillRect/>
          </a:stretch>
        </p:blipFill>
        <p:spPr>
          <a:xfrm>
            <a:off x="7849050" y="35025"/>
            <a:ext cx="1209900" cy="1209900"/>
          </a:xfrm>
          <a:prstGeom prst="ellipse">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38"/>
          <p:cNvSpPr txBox="1">
            <a:spLocks noGrp="1"/>
          </p:cNvSpPr>
          <p:nvPr>
            <p:ph type="title"/>
          </p:nvPr>
        </p:nvSpPr>
        <p:spPr>
          <a:xfrm>
            <a:off x="771750" y="35025"/>
            <a:ext cx="2321100" cy="53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Sales</a:t>
            </a:r>
            <a:endParaRPr sz="3000"/>
          </a:p>
        </p:txBody>
      </p:sp>
      <p:pic>
        <p:nvPicPr>
          <p:cNvPr id="323" name="Google Shape;323;p38"/>
          <p:cNvPicPr preferRelativeResize="0"/>
          <p:nvPr/>
        </p:nvPicPr>
        <p:blipFill>
          <a:blip r:embed="rId3">
            <a:alphaModFix/>
          </a:blip>
          <a:stretch>
            <a:fillRect/>
          </a:stretch>
        </p:blipFill>
        <p:spPr>
          <a:xfrm>
            <a:off x="8016675" y="35025"/>
            <a:ext cx="1042200" cy="1042200"/>
          </a:xfrm>
          <a:prstGeom prst="ellipse">
            <a:avLst/>
          </a:prstGeom>
          <a:noFill/>
          <a:ln>
            <a:noFill/>
          </a:ln>
        </p:spPr>
      </p:pic>
      <p:pic>
        <p:nvPicPr>
          <p:cNvPr id="324" name="Google Shape;324;p38"/>
          <p:cNvPicPr preferRelativeResize="0"/>
          <p:nvPr/>
        </p:nvPicPr>
        <p:blipFill>
          <a:blip r:embed="rId4">
            <a:alphaModFix/>
          </a:blip>
          <a:stretch>
            <a:fillRect/>
          </a:stretch>
        </p:blipFill>
        <p:spPr>
          <a:xfrm>
            <a:off x="908500" y="607300"/>
            <a:ext cx="6242118" cy="427177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9"/>
          <p:cNvSpPr/>
          <p:nvPr/>
        </p:nvSpPr>
        <p:spPr>
          <a:xfrm>
            <a:off x="4346325" y="1415425"/>
            <a:ext cx="4265100" cy="2413800"/>
          </a:xfrm>
          <a:prstGeom prst="rect">
            <a:avLst/>
          </a:prstGeom>
          <a:solidFill>
            <a:srgbClr val="FFFFFF"/>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30" name="Google Shape;330;p39"/>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if reflection:</a:t>
            </a:r>
            <a:endParaRPr/>
          </a:p>
        </p:txBody>
      </p:sp>
      <p:sp>
        <p:nvSpPr>
          <p:cNvPr id="331" name="Google Shape;331;p39"/>
          <p:cNvSpPr txBox="1"/>
          <p:nvPr/>
        </p:nvSpPr>
        <p:spPr>
          <a:xfrm>
            <a:off x="720000" y="4325075"/>
            <a:ext cx="7704000" cy="279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00" b="1" u="sng">
              <a:solidFill>
                <a:schemeClr val="dk1"/>
              </a:solidFill>
              <a:latin typeface="Open Sans"/>
              <a:ea typeface="Open Sans"/>
              <a:cs typeface="Open Sans"/>
              <a:sym typeface="Open Sans"/>
            </a:endParaRPr>
          </a:p>
        </p:txBody>
      </p:sp>
      <p:sp>
        <p:nvSpPr>
          <p:cNvPr id="332" name="Google Shape;332;p39"/>
          <p:cNvSpPr txBox="1">
            <a:spLocks noGrp="1"/>
          </p:cNvSpPr>
          <p:nvPr>
            <p:ph type="title" idx="4294967295"/>
          </p:nvPr>
        </p:nvSpPr>
        <p:spPr>
          <a:xfrm>
            <a:off x="1137775" y="1470525"/>
            <a:ext cx="3575700"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t>Less on Marketing</a:t>
            </a:r>
            <a:endParaRPr sz="2400"/>
          </a:p>
        </p:txBody>
      </p:sp>
      <p:sp>
        <p:nvSpPr>
          <p:cNvPr id="333" name="Google Shape;333;p39"/>
          <p:cNvSpPr txBox="1"/>
          <p:nvPr/>
        </p:nvSpPr>
        <p:spPr>
          <a:xfrm>
            <a:off x="1137775" y="1844675"/>
            <a:ext cx="2699100" cy="35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Saw little correlation between increased ad spend and sales</a:t>
            </a:r>
            <a:endParaRPr sz="1200">
              <a:solidFill>
                <a:schemeClr val="dk1"/>
              </a:solidFill>
              <a:latin typeface="Open Sans"/>
              <a:ea typeface="Open Sans"/>
              <a:cs typeface="Open Sans"/>
              <a:sym typeface="Open Sans"/>
            </a:endParaRPr>
          </a:p>
        </p:txBody>
      </p:sp>
      <p:sp>
        <p:nvSpPr>
          <p:cNvPr id="334" name="Google Shape;334;p39"/>
          <p:cNvSpPr txBox="1">
            <a:spLocks noGrp="1"/>
          </p:cNvSpPr>
          <p:nvPr>
            <p:ph type="title" idx="4294967295"/>
          </p:nvPr>
        </p:nvSpPr>
        <p:spPr>
          <a:xfrm>
            <a:off x="1137775" y="2393716"/>
            <a:ext cx="2267400"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t>Set up time</a:t>
            </a:r>
            <a:endParaRPr sz="2400"/>
          </a:p>
        </p:txBody>
      </p:sp>
      <p:sp>
        <p:nvSpPr>
          <p:cNvPr id="335" name="Google Shape;335;p39"/>
          <p:cNvSpPr txBox="1"/>
          <p:nvPr/>
        </p:nvSpPr>
        <p:spPr>
          <a:xfrm>
            <a:off x="1137775" y="2767860"/>
            <a:ext cx="2267400" cy="35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Spend less money on decreasing set up time</a:t>
            </a:r>
            <a:endParaRPr sz="1200">
              <a:solidFill>
                <a:schemeClr val="dk1"/>
              </a:solidFill>
              <a:latin typeface="Open Sans"/>
              <a:ea typeface="Open Sans"/>
              <a:cs typeface="Open Sans"/>
              <a:sym typeface="Open Sans"/>
            </a:endParaRPr>
          </a:p>
        </p:txBody>
      </p:sp>
      <p:sp>
        <p:nvSpPr>
          <p:cNvPr id="336" name="Google Shape;336;p39"/>
          <p:cNvSpPr txBox="1">
            <a:spLocks noGrp="1"/>
          </p:cNvSpPr>
          <p:nvPr>
            <p:ph type="title" idx="4294967295"/>
          </p:nvPr>
        </p:nvSpPr>
        <p:spPr>
          <a:xfrm>
            <a:off x="1137775" y="3316900"/>
            <a:ext cx="3063000"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t>Production Cap</a:t>
            </a:r>
            <a:endParaRPr sz="2400"/>
          </a:p>
        </p:txBody>
      </p:sp>
      <p:sp>
        <p:nvSpPr>
          <p:cNvPr id="337" name="Google Shape;337;p39"/>
          <p:cNvSpPr txBox="1"/>
          <p:nvPr/>
        </p:nvSpPr>
        <p:spPr>
          <a:xfrm>
            <a:off x="1137775" y="3691050"/>
            <a:ext cx="2267400" cy="35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Spend more on increasing production capacity </a:t>
            </a:r>
            <a:endParaRPr sz="1200">
              <a:solidFill>
                <a:schemeClr val="dk1"/>
              </a:solidFill>
              <a:latin typeface="Open Sans"/>
              <a:ea typeface="Open Sans"/>
              <a:cs typeface="Open Sans"/>
              <a:sym typeface="Open Sans"/>
            </a:endParaRPr>
          </a:p>
        </p:txBody>
      </p:sp>
      <p:sp>
        <p:nvSpPr>
          <p:cNvPr id="338" name="Google Shape;338;p39"/>
          <p:cNvSpPr/>
          <p:nvPr/>
        </p:nvSpPr>
        <p:spPr>
          <a:xfrm>
            <a:off x="713216" y="1654113"/>
            <a:ext cx="279000" cy="279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39"/>
          <p:cNvSpPr/>
          <p:nvPr/>
        </p:nvSpPr>
        <p:spPr>
          <a:xfrm>
            <a:off x="713216" y="2579125"/>
            <a:ext cx="279000" cy="279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39"/>
          <p:cNvSpPr/>
          <p:nvPr/>
        </p:nvSpPr>
        <p:spPr>
          <a:xfrm>
            <a:off x="713216" y="3504675"/>
            <a:ext cx="279000" cy="279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41" name="Google Shape;341;p39"/>
          <p:cNvPicPr preferRelativeResize="0"/>
          <p:nvPr/>
        </p:nvPicPr>
        <p:blipFill>
          <a:blip r:embed="rId3">
            <a:alphaModFix/>
          </a:blip>
          <a:stretch>
            <a:fillRect/>
          </a:stretch>
        </p:blipFill>
        <p:spPr>
          <a:xfrm>
            <a:off x="8016675" y="35025"/>
            <a:ext cx="1042200" cy="1042200"/>
          </a:xfrm>
          <a:prstGeom prst="ellipse">
            <a:avLst/>
          </a:prstGeom>
          <a:noFill/>
          <a:ln>
            <a:noFill/>
          </a:ln>
        </p:spPr>
      </p:pic>
      <p:pic>
        <p:nvPicPr>
          <p:cNvPr id="342" name="Google Shape;342;p39"/>
          <p:cNvPicPr preferRelativeResize="0"/>
          <p:nvPr/>
        </p:nvPicPr>
        <p:blipFill>
          <a:blip r:embed="rId4">
            <a:alphaModFix/>
          </a:blip>
          <a:stretch>
            <a:fillRect/>
          </a:stretch>
        </p:blipFill>
        <p:spPr>
          <a:xfrm>
            <a:off x="4671200" y="1412125"/>
            <a:ext cx="3951876" cy="2092551"/>
          </a:xfrm>
          <a:prstGeom prst="rect">
            <a:avLst/>
          </a:prstGeom>
          <a:noFill/>
          <a:ln>
            <a:noFill/>
          </a:ln>
        </p:spPr>
      </p:pic>
      <p:sp>
        <p:nvSpPr>
          <p:cNvPr id="343" name="Google Shape;343;p39"/>
          <p:cNvSpPr txBox="1"/>
          <p:nvPr/>
        </p:nvSpPr>
        <p:spPr>
          <a:xfrm>
            <a:off x="6291550" y="3444250"/>
            <a:ext cx="3504600" cy="50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1"/>
                </a:solidFill>
              </a:rPr>
              <a:t>Time</a:t>
            </a:r>
            <a:endParaRPr sz="1000">
              <a:solidFill>
                <a:schemeClr val="dk1"/>
              </a:solidFill>
            </a:endParaRPr>
          </a:p>
        </p:txBody>
      </p:sp>
      <p:sp>
        <p:nvSpPr>
          <p:cNvPr id="344" name="Google Shape;344;p39"/>
          <p:cNvSpPr txBox="1"/>
          <p:nvPr/>
        </p:nvSpPr>
        <p:spPr>
          <a:xfrm rot="-5400000">
            <a:off x="4028850" y="2368525"/>
            <a:ext cx="1086300" cy="50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1"/>
                </a:solidFill>
              </a:rPr>
              <a:t>Profit in Dollars</a:t>
            </a:r>
            <a:endParaRPr sz="10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40"/>
          <p:cNvSpPr txBox="1">
            <a:spLocks noGrp="1"/>
          </p:cNvSpPr>
          <p:nvPr>
            <p:ph type="title"/>
          </p:nvPr>
        </p:nvSpPr>
        <p:spPr>
          <a:xfrm>
            <a:off x="650988" y="1583941"/>
            <a:ext cx="4945800" cy="105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Thank you!</a:t>
            </a:r>
            <a:endParaRPr/>
          </a:p>
        </p:txBody>
      </p:sp>
      <p:pic>
        <p:nvPicPr>
          <p:cNvPr id="350" name="Google Shape;350;p40"/>
          <p:cNvPicPr preferRelativeResize="0"/>
          <p:nvPr/>
        </p:nvPicPr>
        <p:blipFill>
          <a:blip r:embed="rId3">
            <a:alphaModFix/>
          </a:blip>
          <a:stretch>
            <a:fillRect/>
          </a:stretch>
        </p:blipFill>
        <p:spPr>
          <a:xfrm>
            <a:off x="5259475" y="1275275"/>
            <a:ext cx="2249700" cy="2249700"/>
          </a:xfrm>
          <a:prstGeom prst="ellipse">
            <a:avLst/>
          </a:prstGeom>
          <a:noFill/>
          <a:ln>
            <a:noFill/>
          </a:ln>
        </p:spPr>
      </p:pic>
      <p:sp>
        <p:nvSpPr>
          <p:cNvPr id="351" name="Google Shape;351;p40"/>
          <p:cNvSpPr/>
          <p:nvPr/>
        </p:nvSpPr>
        <p:spPr>
          <a:xfrm>
            <a:off x="771075" y="3524975"/>
            <a:ext cx="4889400" cy="6045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name="Corporate Strategy Review Meeting by Slidesgo">
  <a:themeElements>
    <a:clrScheme name="Simple Light">
      <a:dk1>
        <a:srgbClr val="311A0D"/>
      </a:dk1>
      <a:lt1>
        <a:srgbClr val="EEE1CE"/>
      </a:lt1>
      <a:dk2>
        <a:srgbClr val="D5BB96"/>
      </a:dk2>
      <a:lt2>
        <a:srgbClr val="B89E7A"/>
      </a:lt2>
      <a:accent1>
        <a:srgbClr val="927A59"/>
      </a:accent1>
      <a:accent2>
        <a:srgbClr val="FFFFFF"/>
      </a:accent2>
      <a:accent3>
        <a:srgbClr val="4B3F2F"/>
      </a:accent3>
      <a:accent4>
        <a:srgbClr val="FFFFFF"/>
      </a:accent4>
      <a:accent5>
        <a:srgbClr val="FFFFFF"/>
      </a:accent5>
      <a:accent6>
        <a:srgbClr val="FFFFFF"/>
      </a:accent6>
      <a:hlink>
        <a:srgbClr val="311A0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1603</Words>
  <Application>Microsoft Macintosh PowerPoint</Application>
  <PresentationFormat>On-screen Show (16:9)</PresentationFormat>
  <Paragraphs>93</Paragraphs>
  <Slides>15</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Open Sans</vt:lpstr>
      <vt:lpstr>Nunito Light</vt:lpstr>
      <vt:lpstr>Arial</vt:lpstr>
      <vt:lpstr>Rubik</vt:lpstr>
      <vt:lpstr>Calibri</vt:lpstr>
      <vt:lpstr>Rubik SemiBold</vt:lpstr>
      <vt:lpstr>PT Sans</vt:lpstr>
      <vt:lpstr>Corporate Strategy Review Meeting by Slidesgo</vt:lpstr>
      <vt:lpstr>Company R Muesli AG</vt:lpstr>
      <vt:lpstr>Review of Team R’s Company Performance </vt:lpstr>
      <vt:lpstr>Our Products </vt:lpstr>
      <vt:lpstr>PowerPoint Presentation</vt:lpstr>
      <vt:lpstr>Our Sales Forecast </vt:lpstr>
      <vt:lpstr>Sales</vt:lpstr>
      <vt:lpstr>Sales</vt:lpstr>
      <vt:lpstr>Production </vt:lpstr>
      <vt:lpstr>Distribution</vt:lpstr>
      <vt:lpstr>Sales</vt:lpstr>
      <vt:lpstr>Investments Made: </vt:lpstr>
      <vt:lpstr>Marketing</vt:lpstr>
      <vt:lpstr>Sales</vt:lpstr>
      <vt:lpstr>What if reflection: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Nikolas Carruthers</cp:lastModifiedBy>
  <cp:revision>1</cp:revision>
  <dcterms:modified xsi:type="dcterms:W3CDTF">2026-05-18T22:22:27Z</dcterms:modified>
</cp:coreProperties>
</file>